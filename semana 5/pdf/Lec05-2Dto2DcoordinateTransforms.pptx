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6.xml" ContentType="application/inkml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</p:sldIdLst>
  <p:sldSz cx="9144000" cy="6858000" type="screen4x3"/>
  <p:notesSz cx="9144000" cy="6858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792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16B46-C2DD-4348-A776-9AD8F1D68D29}" type="datetimeFigureOut">
              <a:rPr lang="es-ES" smtClean="0"/>
              <a:t>17/8/21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92D5D-1320-B24F-9005-B39C609E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378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12114" units="cm"/>
      <inkml:brushProperty name="height" value="0.12114" units="cm"/>
      <inkml:brushProperty name="color" value="#FF0000"/>
    </inkml:brush>
  </inkml:definitions>
  <inkml:trace contextRef="#ctx0" brushRef="#br0">8339 13098 6939,'3'3'153,"0"1"1,-3 3 42,0 0 1,1-4 0,1-1-160,0-4 1,0 1-1,-2-4 1,0 0-1,0-1 1,0-1-1,0 1 52,0-1-30,0 0 1,0 0 0,1 0 180,1 1-261,-1 2 1,2 2 0,-3 4-1,0 2 53,0 2 1,0 1 0,0 0 0,0 0 41,0 0 1,0 2-1,0 0 1,0-1 15,0-1 1,0 0-8,0 0 1,2-2-34,1-1 0,-1-3-64,-2-1 1,0-3 0,1-4 0,0 0-12,1 0 1,1 1-1,-3-1 1,0 0-8,0 0 0,0 1 17,0-1 1,0 2-161,0 1-252,0 2 1,0 0 0,0 4-199,3 3 1,-2 0 624,4-1 0,-4 6 0,2-3 0</inkml:trace>
  <inkml:trace contextRef="#ctx0" brushRef="#br0">8257 7632 7411,'0'-4'871,"0"1"-780,0 3 1,3 2-67,2 1 1,-1-1-2,0-2 0,-2-3 1,1-1-10,0 0 0,-3-2 0,3 2 76,-3-2 0,0 1 0,0 1 301,0-2-250,-3 3 1,2 0-110,-4 3 1,4 3-1,-1 2-45,1 1 0,1 1 0,0 0-10,0-1 0,1 0 46,1-1 0,2-2-3,2-3 1,-1 0 0,-1-1-5,-1-1 1,1-2 0,-1-3-31,1 1 1,-2-1 0,0 0 26,-1 0 0,-1 0 0,0 1 104,0-1 1,-1 3-62,-1 2 1,0 1 5,-3 1 0,3 3 0,-2 2 1,1 3 18,2 1 0,-2 0 0,1-1 1,0 0-163,1 1 79,1 0 0,0-4 1,1-1-28,1 1 0,-1-1 0,2 0 5,0-1 1,1-1-1,3-2-11,0 0 1,-1-1 0,1 0-31,0-1 1,0-4 0,-1 2-1,-1-2-32,0-1 1,-3 0 0,2 0 0,-1-2 105,-2 0 1,0 3 0,-1 1 0,-1 0-21,-1-1 1,0 1-1,-2 1 203,-1 1 0,-2 1 1,1 2-82,-1 0 1,2 1 0,2 1-1,0 3-58,1 4 0,1-2 1,1 2-1,0-1-76,0-1 0,0 2 0,1-1-5,1-2 0,1-1 1,3-4-1,-2 1 39,1 0 0,1-2 1,1-2-6,0-3 0,-1-1 0,-1-1 0,-1 0-8,-1 1 1,-1-1 0,-2 0 0,0 0-94,0 0 0,0 1 0,0 0-213,-3 1 0,2 1 0,-4 3-253,0-1 1,1-1-31,0 0 1,2 0-1,0-4 590,1 0 0,2-2 0,1-1 0,1 0 0,0 0 0,-1-2 0,4-1 0,-2-5 0</inkml:trace>
  <inkml:trace contextRef="#ctx0" brushRef="#br0">12888 10729 8001,'4'-4'0,"-1"0"0,-3 2 0,0-3 0,0-1 0,1 2 0,0 1 0,2 1 405,1 0 0,1 0 1,2 2-1,-1 0-357,1 0 1,0 0 0,0 0-139,0 0 1,2 0 36,0 3 0,0 0 133,-3 4 1,4 0 0,-1 0-1,-1 0-41,-1-1 1,2 1 0,1 1 0,-2 0-72,-1 1 0,2 0 0,1-2 0,0 0 43,0 0 0,-1-1 0,-2-1 0,-1-1-425,-2 2 1,2-3 0,-3 1-197,0-1 0,2 2 100,2-3 0,-3 0 510,1-2 0,-4-3 0,2-4 0,-3-3 0</inkml:trace>
  <inkml:trace contextRef="#ctx0" brushRef="#br0">13113 10654 7452,'-4'3'-303,"1"1"1,0 3 602,-2 2 1,0 0 0,0 3-1,0 1-115,0 2 0,1 1 0,-1-1 0,1 0-32,0 0 0,-2 4 0,2-4 1,0 1-100,-1-2 1,4-1 0,-2-1-1,1-2-123,-1 0 0,1-1 0,2-2 1,-1 0-349,-1 0 1,1-3-116,-1 1 0,-1-2 306,1-1 1,-1-1 0,3-6 0,0-2 225,0-1 0,0-4 0,-3-2 0,0-3 0</inkml:trace>
  <inkml:trace contextRef="#ctx0" brushRef="#br0">13099 10538 7983,'4'-6'345,"-1"2"-77,0 2 0,-3 4-298,3 2 0,0 2-213,-1 1 1,3 0-98,0 0 1,-1-3-1,0 0-29,1-1 1,-1-1 368,1-2 0,-1 0 0,3 0 0</inkml:trace>
  <inkml:trace contextRef="#ctx0" brushRef="#br0">9404 11543 8019,'0'-6'38,"0"-1"0,0 2 221,0 1 1,1 2 0,2 0 0,1 1-93,2 1 1,-1 0 0,-1 1-541,1 1 1,-1 1 278,1 2 1,-2 1 0,3-2-1,-2 2 59,-1 1 0,1-2 0,-2-1 0,1 1 102,0-2 0,-3 4 19,3-3 58,-3-1 1,0-1-128,0-4 0,0-2 1,-2-5-1,0 0-23,0 1 1,-1-2 0,1 0-1,0 0-15,-1 1 1,2-1 0,-2 2 0,1-1-2,-1 0 1,1 2 0,2 0-6,0 0 1,1 3-240,1 2 1,0 1-1,2 1 1,2 1 265,0 1 0,0 2 0,1 3 0</inkml:trace>
  <inkml:trace contextRef="#ctx0" brushRef="#br0">15950 12571 8356,'-9'-4'-25,"2"2"1,1-3 313,-2 0 0,0 1 378,2 1 1,3 2-747,6-3 1,2 3 0,5 1-1,0 0-54,0 0 1,3-3 0,1 0 0,1 0 282,2 2 0,2 1 0,1 0-50,3 0 0,2 0 0,3 0 0,1 0 0,-1 0-51,2 0 1,5 0-1,-1 0 1,0 0-70,3 0 0,0 0 1,1 0-1,0 0-21,2 0 0,2 0 0,-1 0 1,3 0-26,5 0 0,3-1 0,-1-1 1,2-2 12,2-2 1,-1 4 0,-25 0 0,-1 0 0,1 0 0,0 1 50,1-1 0,0 0 1,0-1-1,0 0 0,-1 1 1,0 0-1,-1-1 1,-1 1 27,25-2 1,2 1 0,-1 3 0,1 0-17,-26 0 0,0 0 1,26-4-1,0 1 1,-1 1 5,-1 1 1,-23 0 0,1 1-1,22-2 1,-25 0 0,1 0 3,0 1 0,0 0 1,1 0-1,1 0 0,-1 0 1,-1 0-1,0-1 1,0 1 6,1-1 1,0 1 0,-1 1-1,0-1 1,0 1 0,1 0 0,25 0-4,-1 0 1,1 0-1,-3 0 1,-1 0-15,1 0 0,3 0 1,0-1-1,0-1-30,-26 0 0,0 1 0,26-3 0,-1 4 0,-2-1-22,-2-2 0,6 2 0,-4-3 0,2 0 30,-1 1 1,1 0-1,1 2 1,-1-1-5,0-2 0,-2 1 0,-3 3 0,-2 0-12,1 0 0,2 0 0,-7 0 1,-2 0-22,-3 0 1,1 0-1,-3 0 1,0 0 29,-3 0 0,1 0 0,-2 0 0,0 0 82,0 0 0,1 0 0,-3 0 0,0 0-32,0 0 1,0 0 0,-2 0 0,-2 0-22,-1 0 1,-5 1 0,-3 1 0,1 2 10,-2-2 0,2-1 1,-3 0-1,1 1 26,-1 1 1,-1 1-1,-4-4 1,1 0 73,0 0 0,0 0 0,0 0 290,-1 0 0,-2-4-450,-1 1-621,1 0-1360,-2 3-253,0 0 2273,-10 4 0,-5 2 0,-5 3 0</inkml:trace>
  <inkml:trace contextRef="#ctx0" brushRef="#br0">8547 15961 8382,'6'-10'116,"1"1"1,0 2 0,2 1-1,2 2-401,2 2 0,-2-2 0,3 0 0,-1 2 108,0 1 0,1 1 0,-1 0 1,2 0 110,0 0 1,4 0-1,-3 0 1,1 0 53,0 0 0,1-3 0,-2 0 0,3 0 5,0 2 0,4 1 0,0 0 0,-1 0 32,-2 0 1,3 0 0,0-1 0,0-1-10,0-1 0,1 0 0,3 3 1,-2 0-18,-1 0 1,3 0-1,-1 0 1,3 0-21,0 0 0,2 0 1,1 0-1,-2 0 4,2 0 0,3 0 1,-2 0-1,1 0-16,-1 0 1,1 0 0,-2 0 0,1 0 23,2 0 0,-4 0 1,3 0-1,-1 0 9,-1 0 1,4 0 0,-2 0 0,-1 0-1,1 0 1,3 0 0,-2 0 0,0 0 5,1 0 1,-1 0 0,2 0-1,-2 0 6,-2 0 0,3 0 0,-2 0 0,0 0 0,3 0 1,-2 0-1,1 0 1,0 0 10,-2 0 1,3 0 0,-3 0-1,0 0-9,-1 0 1,3 0 0,-2 1 0,0 1-8,3 1 1,0 0 0,0-3 0,-2 1-5,-1 3 0,1-3 0,-1 2 0,1-1-6,2 1 0,-3-2 1,1 3-1,0-2 2,0 1 0,-4-2 0,3 4 0,-2-2 3,1 0 0,3 1 0,-3-1 0,1 1 1,-1 1 1,3-1-1,-2 1 1,0-1 14,-1-1 0,3-1 1,-2 0-1,0 1-23,3-1 0,-3-1 0,0-1 0,-2 0 2,1 0 0,3 0 0,-4 0 0,1-1-28,0-2 1,-2 2-1,1-2 1,-1 2 26,-2 1 0,0 0 0,-1 0 0,0 0 4,-2 0 1,-5 0 0,3 0 0,-1 0 4,0 0 0,-1 0 0,-4 0 0,-1 0 83,1 0 1,1 0-1,-5 0 1,0-1 186,1-3 1,-2 3-223,-4-2 1,1 1 0,0 0 0,0-2 41,-1 2 1,-2-2-117,-1 1 0,-3-2-1265,0 2 1286,-2 2 0,3-3 0,2 4 0</inkml:trace>
  <inkml:trace contextRef="#ctx0" brushRef="#br0">12962 15658 8101,'0'-10'-273,"0"5"1,0 2-1,0 6 357,0 3 1,0 3 0,-2 2-239,-1 2 0,2-2 0,-2 3 94,2 0 1,1-2-1,0 4 1,0 2 101,0 0 0,0 3 0,0 0 1,0 3 90,0 1 1,3 5-1,0 2 1,1 0-74,0-2 1,-3 4-1,3 1 1,0 2-47,-1-1 1,0 2 0,-3-3-1,0 1-37,0-1 1,3-2-1,1 2 1,-2-2 50,-1-1 0,-1 2 1,1-1-1,1 1 80,1-1 1,1 3 0,-4-3 0,0-3-88,0-3 1,3 0 0,0-4 0,-1-2-16,-1-4 0,-1 1 0,0-5 25,0-1 0,0-5-300,0 0-62,0-5 1,0 1-222,0-6 1,0 1 551,0-5 0,5 1 0,0-4 0</inkml:trace>
  <inkml:trace contextRef="#ctx0" brushRef="#br0">18998 14183 8140,'6'-3'10,"1"0"0,0-1 0,2 4 0,2-1 0,1-1 0,2-1 1,2 1-1,4 1-151,2 1 1,4 0-1,-2 0 1,1 0 57,2 0 1,5 0 0,4 0 0,2 0 84,1 0 0,5 0 0,1 0 0,3 0-5,1 0 0,3 0 1,1 0-1,1 0-12,-26 0 1,1 0 0,-1 0 0,0 0-1,1 0 1,0 0 0,0 0 0,0 0-43,3 0 1,-1 0-1,2 0 1,-1 1 0,2 0-1,-1 0 1,-2 0-1,1 1 42,-3-1 0,1 0 0,4 0 0,1-1 0,-3 0 1,1 0-1,1 0 0,0 0 5,1 0 0,0 0 0,0 0 0,1 0 0,0 0 0,1 0 0,-1 0 0,1 0-2,-1 0 0,0 0 1,2 0-1,0 0 1,0 0-1,-1 0 0,1 0 1,0 0-66,0 0 0,-1 0 0,2 0 0,-1 0 1,0 0-1,-1 0 0,1 0 0,1 0 79,0 0 0,0 0 1,-2 0-1,0 0 0,-1 0 1,1 0-1,-1 0 0,-1 0 18,1 1 0,0-2 0,1 0 0,1-1 0,-2 0 0,1 1 1,-1 0-1,0 0 50,0 0 1,1 1-1,1-2 1,1 0-1,-2 0 1,0 0-1,-1 0 1,1 0-56,0 0 0,0-1 1,1 1-1,-1 0 1,2 1-1,-1 0 0,0-1 1,-1-1-10,0 1 1,-1-1 0,3 2 0,-1 0 0,-4-1 0,0 0-1,0 0 1,0 0-35,-3 1 0,1-1 1,1 0-1,1 0 1,-3 1-1,-1 0 1,0-1-1,0 0 42,2 1 1,-2 0 0,26 0 0,-5 1 0,-5 0 5,-2 0 0,-1 0 0,-9 0 0,-2 0 34,-1 0 0,-1 0 1,-7 0-1,-2 0 139,-4 0 1,0 0 0,-4 0 68,-1 0 75,-1 0 1,-5-1-947,-3-2 344,-2 2 1,-5-4 0,-3 6 264,-2 3 0,-5-3 0,-1 3 0</inkml:trace>
  <inkml:trace contextRef="#ctx0" brushRef="#br1">6797 15946 10392,'-12'0'-234,"0"-6"1,4 4-1,2-6 1180,1-1 266,1 4-1045,4-1 1,1 6 0,3 0-218,4 0 1,2-1 0,3-2 0,2-1 105,0 2 0,9 1 0,-2 1 0,2 0-244,2 0 0,0-2 0,-1 0 1,1-2-54,1 1 0,1-2 1,-6 1-1,-2 1-176,-5 2 1,-2-3 73,-1 0 0,-7 2-25,-5 5 1,-5 3-1,-7 3 1,1-1 381,-1 1 0,-5 1 1,-1 2-1</inkml:trace>
  <inkml:trace contextRef="#ctx0" brushRef="#br1">6632 17227 18473,'-12'7'-445,"1"-2"1,-1-5-1,1-1-595,4-3 1,1 1 28,6-5 1548,0 6 1,2-3-711,2 5 1,-2-2 0,6 0 0,1-2 0,3 1 62,4 2 1,-2 1 0,6 0 0,-1 0 10,0 0 0,7 0 0,-1 0 0,3 0-187,5 0 1,0 0 0,-1 0 0,-2 0-127,-1 0 0,-3 4 0,-5 1 0,-3 1-252,-1 4 1,-5-4 0,-5 2 0,-2 1 633,-3 2 1,-5 0 0,-4 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5844 10442 8121,'-5'-6'-71,"3"-3"1,-5 3-436,2 0 5,-4-2 434,7-4 0,-2 6 44,8 2 1,-1 2 28,5 2 1,0 0-1,3 0 1,1 0-2,0 0 0,0 4 1,-1 0-1,1 0 8,0 1 1,1-3 0,1 3 0,3-1-25,2 0 0,-4 4 0,5-4 0,0-2 5,-2-1 0,7 3 0,-3 0 0,1 0-10,3 1 0,1-3 1,-3 3-1,3-1-33,0 0 0,0 0 0,-2-4 0,3 1 36,3 3 0,-1-3 0,1 3 0,2-2 7,1-2 1,5 0-1,2 0 1,-1 0 0,1 0 1,3-4 0,-1 0 0,3 1 25,1 2 0,0 1 1,0 0-1,0-2-11,0-1 1,0 1 0,2-2 0,0 3-8,2 1 0,2 0 0,-3 0 1,4 0 11,0 0 1,2 0 0,-4 0-1,0 0-11,1 0 1,5 0-1,0 0 1,-1 0-12,1 0 1,5 0 0,-6 0 0,1 0 6,-1 0 0,6 0 0,-7 0 0,-1 0 7,-2 0 0,10 0 0,-1 0 1,-1 0 0,2 0 1,-2 0 0,-1 0 0,0 0 8,-1 0 0,5 0 0,-6 0 1,-1 0-14,1 0 0,4 0 0,-4 0 0,1 0-6,2 0 0,0 0 1,-2 0-1,-1 0 3,-3 0 0,5 0 0,-3 0 0,-1 0-6,-2 0 1,7 0 0,-7 0 0,2 0 6,2 0 0,0-4 0,-5 0 0,-1 2 1,0 0 0,-1 2 0,-4 0 0,0 0-3,0 0 0,3 0 1,-2 0-1,-2 0 1,0 0 0,-2 0 0,2 0 0,-2 0 18,1 0 0,-1 0 1,-5 0-1,3 0 12,0 0 1,2 0 0,-3 0 0,1 0-15,2 0 0,-2 0 0,1 0 1,-1 0 6,-4 0 0,5 0 1,-7 0-1,2 0-3,-1 0 0,5 0 0,-6 0 0,3 0-2,2 0 0,2 0 1,-2 0-1,-1 0-17,1 0 1,2 0-1,-3 0 1,1 0-7,-1 0 1,3 0-1,-2 0 1,1 0 1,2 0 0,0 2 1,1 0-1,-3 2-6,-2-1 1,9-2 0,-2-1 0,0 0 4,-3 0 0,2 0 1,-3 0-1,3 0 59,1 0 0,0 0 1,-2 0-1,0 0 5,-2 0 1,0 0-1,4 0 1,-1 0-27,-3 0 1,3 0 0,-3 0 0,3 0-21,1 0 1,0 0 0,-2 0 0,0 0-11,-2 0 1,-1 0 0,2 0 0,-2 0 10,-2 0 1,5 0-1,-3 0 1,1 1-11,0 3 1,-4-2 0,3 1-1,-2-1-5,-2-2 1,2 0 0,-4 0 0,-2 0 20,0 0 0,-1 1 0,-1 2 0,0 1-1,0-2 1,-2 0-1,1-2 1,-1 0-9,0 0 0,-3 0 0,3 0 0,-1 0-10,-3 0 0,3 0 0,-1 0 0,1 0-5,0 0 1,-2 1-1,-3 1 1,-1 2 5,1-1 0,-2-2 1,-1-1-1,-3 0 7,-1 0 0,-1 0 0,-4 0-36,0 0 1,-1 0-488,1 0-898,0 0 1410,-6 0 0,0 0 0,-6 0 0</inkml:trace>
  <inkml:trace contextRef="#ctx0" brushRef="#br0">12712 13170 8282,'0'-11'0,"-2"-1"0,0 0 0,-2 0-213,0 1 1,0-1 826,0 0 0,0 7-358,4 5 0,0 6 1,0 11-1,0 6-551,0 3 0,0 6 0,0 1 0,0 4 441,0 2 0,0 8 0,2-3 0,0 2-58,2 4 1,1-5-1,-2 5 1,1-4-62,-2-2 0,4-1 0,-2-9 0,-2-2-138,0-5 1,-2 1-1,0-5 1,0-5 36,0-3 0,-2-4 1,-2 0-133,-4-3 0,2-3 0,-2-5-148,-1 0 1,2-7 0,1-4 0,1-8-748,2-3 1101,2-1 0,-5-6 0,0-1 0</inkml:trace>
  <inkml:trace contextRef="#ctx0" brushRef="#br0">12747 13123 8268,'8'-15'0,"-2"-2"0,1 0 216,-1 0 0,2 2 0,4 6 0,1 1-231,3-1 0,1 0 1,4 0-1,-2 2-249,2 2 0,1-4 0,3 1 0,1-1 215,2 1 0,3-2 1,-2 2-1,1-3 1,3 0 0,-3 3 1,1 0-1,2-1 25,1-2 0,1 0 1,0-1-1,2 0 208,2 0 1,2 1 0,3-1-1,-1 0-152,1 0 1,2 4 0,3 2 0,0-1-22,2 1 1,0 2 0,-4-3-1,0 2 5,0 3 0,7-4 0,-1 1 0,0 0-77,2 0 0,-1-1 1,3 4-1,-4-2 36,-1 1 0,7-2 0,-3 1 0,-1 0 24,-1-1 0,1 4 0,-4-3 1,-2 2-6,0 2 1,-2 0 0,0 0 0,0 0 23,0 0 1,-1 0 0,-2 0 0,-2 0 48,-2 0 0,3-3 0,-2-1 0,-1 1-47,1 2 0,-2 1 0,-2 0 1,-1-2-18,0-2 1,1 3 0,-5-3 0,2 2 2,1-2 0,-1 2 0,-3-1 1,-3 0-7,-3-1 0,1 3 1,0-3-1,-3 2-8,0 2 1,0 0 0,-7 0 0,-2 2 4,-1 2 0,-1-2 0,0 5 0,0-2 0,-5 4 0,1-1 7,1 2 1,-2-2 0,-1 0 73,0 1 1,3 2-7,-1 1 1,-3-1 0,0 1 0,-1 0-5,0 0 1,0 5 0,-4 2 0,0 3 56,0 2 1,0-1 0,1 1 0,2-1-39,1 1 1,1 3 0,-2 2 0,2 0-81,1 0 1,-2-2-1,3-2 1,-1 1 34,1 1 1,-3 0 0,2-5-1,1-1 61,-1 0 0,-3 3 0,2-4 0,-1 1-59,0-1 0,4 0 1,-3-3-1,0 0-27,1 0 0,1-1 0,-3-4-324,-1 0 1,2-1-682,-1 1 96,0-5 1,-5-2 154,-3-5 1,1-1 735,-5-3 0,-5-3 0,-5-5 0</inkml:trace>
  <inkml:trace contextRef="#ctx0" brushRef="#br0">12288 14370 8201,'0'-13'0,"0"-3"0,0-2 0,0-1 0,2 4-77,2 2 0,2 1 0,9 0-1,4 0 1,3 5 0,14-1 230,4-1 0,11-2 0,7-1 1,4 1 12,4-1 0,-33 6 0,0 0 0,4 1 0,-1 0 0,3 0 0,0 1-297,1 0 0,2 0 0,0 0 0,1 0 1,-1-2-1,-1 0 0,1 1 0,0 0 54,-1 1 0,0 0 0,4-1 0,0-1 0,-1 2 0,-1 1 0,2-2 0,1-1 72,1 0 1,0 0 0,-2-1 0,-1 0 0,0 0 0,0 0 0,-1 0 0,0 2 50,0 0 0,0-1 1,2 0-1,-1-1 1,-1 3-1,-1 0 1,0-1-1,0 0 16,0-1 0,0 0 1,3 0-1,1-1 0,-2 0 1,0 0-1,1-1 1,1 0 15,-1 1 0,0 0 0,-3 0 1,1 1-1,0 0 0,1 0 0,-1 0 1,0 0-77,0 0 1,1 0 0,0 2 0,1 1-1,-4-1 1,0 0 0,-2 0 0,-1 0-37,-1 1 1,-1-1-1,1-1 1,-1 0-1,0 1 1,0 1 0,-2 0-1,0 0 17,31-1 1,-3-1-1,-6 1 1,-2 0 23,-2-1 1,0 2 0,-4-4 0,-1 2 68,-5 3 0,0-1 0,-4 0 0,-3-1 64,-2 2 0,-7-1 0,0 1 0,-4-2 153,-2 1 0,-10 2 1,2 1 210,-1 0-732,-6 0 0,0 1-186,-5 3 1,-1-1 0,-3 6 0,-4 4 413,-2 5 0,-7 10 0,-2 2 0</inkml:trace>
  <inkml:trace contextRef="#ctx0" brushRef="#br0">10101 17121 6560,'0'-7'-541,"0"-1"756,0-1 0,0 2 0,0-1-48,0-1 1,0 3 37,0-2 1,-1 4 292,-3-4-418,3 0 0,-6 0-14,3 0 1,2 6 58,-6-2 0,4 3-10,-4 1 1,0 0-3,-4 0 0,1 0-87,-1 0 1,4 0 0,0 1 4,-1 3 0,3-2 1,-2 6-45,-1 1 1,3-2 0,1 0 0,1-1-23,0 1 1,-4-3-1,4 3 1,1 1 54,-3-1 0,4 3 0,-5-2 0,1 2 20,-1 2 0,5 0 0,-4 0 0,2 0-15,0-1 0,-1 5 0,3 0 0,-2-2 4,1-1 1,0 3-1,1-1 1,-2 1-5,1 1 0,2-4 0,1 4 0,0-1 2,0 0 0,0 0 0,0-1 1,0 2 0,0 1 1,0-2 0,0 2 0,0-1-25,0-3 0,0 3 0,0-1 1,0-1 13,0-2 0,5 2 1,2 1-29,-1-2 1,3-1 0,-3-1-1,0 0 1,-2-4 0,4 0 11,1 1 1,2 0 0,0 0-6,1-1 0,0-2 0,0 2 0,-1-3-8,1 1 0,0-5 0,0 3-8,-1-3 1,1-1-1,0 0-17,0 0 0,2-1 1,-1-2-1,-2-2-13,-1-1 1,-3 3 0,0-2 0,1-1-17,-1-1 1,3 0 0,-2-1 0,1-1-7,-1-1 0,1 2 0,-4 0 1,2-1 14,2-2 0,-2 4 0,-1-1 0,1 0-11,-1 1 1,-3-3 0,2 2 45,0-2 0,1-2 1,3 0-1,-3 0 5,-1 1 0,1-1 0,-4-1 0,2-2 6,-1 0 1,2-1 0,-1 4 0,-1 0 19,-2 1 1,-1-1-1,0 0 1,0 0 0,0 1 1,0-1 0,0 0 0,0 0 23,0 1 0,-1-1 0,-2 0-15,-1 0 0,-4 1 0,3-1 83,-2 0 1,5 0-1,-3 2 1,1 1-44,0 1 1,-4 0-1,3-2 1,-2 2 0,3-3 0,-4 3 49,-1-2 0,3-2-19,-2 0 0,0 2 1,-4 1-10,1 1 1,3 5 0,0 0-87,-1 1 1,-2 2-1,-1 0-114,1 0 1,3 0 0,0 0 0,0 2-142,2 1 1,-5 0 0,5 5-68,-1 1 0,1 1 1,3 2-1,-1 1 326,1 3 0,2 2 0,1 6 0</inkml:trace>
  <inkml:trace contextRef="#ctx0" brushRef="#br0">8302 16293 8327,'-4'-3'0,"1"0"-919,1-1 1,2-1 1146,-2 1 1,1 1 0,1-1 0,0 0-1,0-2 1,1 0 1116,1 1-1277,-2 1 1,5 2 0,-1 1-393,-1-1 0,2 1 0,-1-1 184,1 2 1,1 0-1,0 0 90,0 0 1,-1 2 0,0 2 24,-1 2 1,-3-2 0,1-1 0,-1 2 16,-1 0 1,0 1 0,-1-1-1,0 0 3,-1-1 1,-2 0 0,1 2 8,0 0 1,2-3 0,-2 1 0,1-1 61,0 0 1,0-1-12,2 2 0,0-2-1,0 2 0,0 0-50,0 2 1,3-3 0,0 0-23,0-1 0,2-1 0,-1 1 0,2-1-122,-1-1 1,1 0 0,0 0-322,0 0 271,0 0 0,0 0 1,0-1-1,0 0 190,0-1 0,-1-3 0,1 2 0</inkml:trace>
  <inkml:trace contextRef="#ctx0" brushRef="#br0">8437 16269 6727,'4'0'-45,"0"0"1,-2 0 0,1 1 0,0 0 168,1 1 0,-3 1 0,3-2-64,1 1 1,0 2 0,1-2-115,0 2 0,0-2-129,0 2 1,0-2 182,-1 1 0,1-1 0,0 0 0</inkml:trace>
  <inkml:trace contextRef="#ctx0" brushRef="#br0">8537 16240 7522,'-6'4'-288,"0"0"1,0-1-1,0 3 1,0 0 616,1-3 0,1 3 0,0-2 1,2 1-286,0 1 0,0-2 0,0 0-99,1 0 0,0 1-429,1 1 0,1-2 484,1-3 0,-2 3 0,3-1 0</inkml:trace>
  <inkml:trace contextRef="#ctx0" brushRef="#br0">8619 16199 7635,'9'-4'0,"-1"2"-599,-1-1 1,-1 2-1,-1-1 736,1-1 1,0 3-1,0-2 500,0 1 1,-2 2-518,0 1 1,-3 1-1,1 3-49,-1 0 1,-3 1 0,-1 1 0,1-1 0,-1 0 1,-2-1-1,1 0 1,0 2-82,0-1 1,-1 1-1,3-2 1,-1 0 26,1 0 0,0 0 0,2 0-134,0 0 0,0-3 0,0 1 106,0 1 1,0-2-1,2 0-20,2 0 1,1-1 0,1-1 0,0 0-3,0 1 1,0 0-1,0-2 1,0 0-181,0 0 1,-1 0 0,1 0-834,0 0 1045,0 0 0,0-3 0,0 0 0</inkml:trace>
  <inkml:trace contextRef="#ctx0" brushRef="#br0">9148 16334 8461,'0'-6'-582,"0"2"638,0 0-11,0 0 1,0 0 0,1 1-110,1 0 1,-1 1 0,3 0 38,1 0 0,0-1 0,1 1 0,0 0-49,0 2 0,0 0 0,-1 0 70,1 0 0,-2 0 1,0 0 12,1 2 0,-3 0 0,0 1 0,-1 2-7,-1 0 1,0-1 0,0 0 0,-1 1 16,-1 0 1,1 2-1,-2 0 1,-1 0 13,1 0 1,0 0-1,-2-1 1,1-1 2,0-1 1,1 1 0,-1-1 17,2 2 0,0-3 0,2 1-22,0 1 1,0-2-45,0 1 1,0-2-1,2 1-13,2 0 1,2-1-1,-1-1 1,1 0-95,0 1 0,0 0 1,1-2-1,0 0 31,1 0 0,-1 0 0,-1 0 1,0 0 87,0 0 0,3-3 0,0 0 0</inkml:trace>
  <inkml:trace contextRef="#ctx0" brushRef="#br0">9342 16340 8430,'6'2'-52,"0"-1"0,0 1 1,0-1-133,0-1 0,0 1 0,0 1 0,0 0 187,2-2 0,-2 2 0,2 0 1,-1 0-48,-1 1 0,-2-2 0,0 2 0,-1 1-312,1-1 0,-1-1 356,-1 2 0,-1 0 0,1 2 0</inkml:trace>
  <inkml:trace contextRef="#ctx0" brushRef="#br0">9454 16293 8414,'-4'5'-206,"1"-1"1,0 0 136,-1 1 0,2 0 0,-2 1 0,1 0 155,-1 0 1,-1 0 0,2 0 0,0-1-174,1 1 0,-1 0 1,0 0-1,1 0-38,-1 0 0,1 0 1,2 0-680,-2-1 804,1 1 0,-2-2 0,3-2 0</inkml:trace>
  <inkml:trace contextRef="#ctx0" brushRef="#br0">9531 16263 7525,'0'6'-1149,"0"0"1291,0 0 0,0 0 0,0 0 0,0 0 103,0-1 1,0 1 0,0 0 0,0 0-244,0 0 0,1 0 105,1 0-83,0 0 0,-1-3-11,1-1 0,-1-2-21,1-2 0,-2-1 0,0-3-11,0 0 0,0 0 0,0 0 0,0 0-48,0 0 1,0 0-1,0 0 1,0-1 15,0-1 0,0-1 0,0 2 0,0-1-79,0 1 0,0 3 0,0 0-388,0-1-63,0 0 581,0 2 0,-2 3 0,-2 3 0</inkml:trace>
  <inkml:trace contextRef="#ctx0" brushRef="#br0">12735 15604 7901,'0'-6'0,"0"-1"-66,0-1 1,0 2-182,0 2 1,0 2 301,0-2 0,0 10 10,-2 2 0,1 2 0,-3 0 1,1 2 53,0 1 1,1 4-1,-1 1 1,0 4 57,2 3 1,0 7-1,1-15 1,0 0-1,0 2 1,0 0-2,0 2 0,0 1 0,0 0 1,0 1-1,0-2 0,0 0 1,0 0-1,1-1-191,-1 1 1,2-1-1,-1 1 1,1 1-1,1-2 1,0-1-1,0 0 1,0 0-21,0 0 1,-1-1 0,4 14 0,-2-2 0,-2-4-117,1-1 0,-2-2 1,0-5-1,0-1-207,-1-2 0,-2-3 0,0-3-50,-2-1 1,0-3 0,-1-3-194,1-4 0,2-12 601,-1 7 0,0-4 0</inkml:trace>
  <inkml:trace contextRef="#ctx0" brushRef="#br0">12783 15546 7914,'0'-7'0,"0"0"0,0 0-49,2-1 0,-1 2 1,3 0-1,2 0 103,1 0 0,0 0 0,3 0 0,1 1 130,2 1-158,-1-1 0,5 2 0,0-1 1,1 0-20,2 2 1,3-3-1,-1 1-7,0-1 0,3-1 0,2 1 1,1 0-1,-1 1-73,1 0 0,1-1 0,1-1 0,1 1 52,0 1 0,-14 1 0,-1 0 0,16 0 1,1-1-1,-16 2 0,0 1 12,0 0 0,1-1 1,-1 0-1,1 0 1,0 0-1,0 1-6,0-1 0,0 0 0,2 0 0,0 0 0,-1 0 0,0 1 0,0 0 0,0-1 14,-1 1 1,1 0-1,1-1 1,1 0 0,-1 1-1,0-1 1,1 1-1,0 0-9,1-1 0,0 1 0,-1-1 1,1 0-1,-1 1 0,0 0 0,0 0 1,0 1 2,-1 0 1,1-1 0,1 0 0,-1 0 0,0 0 0,-1 0 0,0-1 0,0 1 0,1 0 0,0-1 0,-1 1 0,0 0 1,-1 0 1,1 0 0,2 0 0,0-1 0,-2 0 1,-1 0 0,3 0 0,1-1 0,-3 1 0,0 0 6,1 0 1,0-1 0,-2 1 0,0 0 0,1 0 0,1 0 0,0 0 0,0 0-1,-1-1 0,0 0 0,1 0 0,-1 0 0,0 0 0,0 1 0,-1-1 1,0 0-1,0 1 0,-1 0-2,0 0 0,0 0 1,0 0-1,-2 1 0,16-4 1,-3 2 24,-1 0 1,0 0-1,-3 2 1,-2-1 27,-1 1 0,-1-2 0,1 1 0,-1 0 90,0 0 0,0 1 1,-1-1-1,0 1-139,-2-1 0,2 1 1,-3-1-1,-2 1-9,1-1 0,-3 1 1,-2-1-1,-1 2 67,-2 0 0,-1 0 1,-2 0 41,-1 2 0,0 2 0,-2 2 0,0-1 46,-2 1 1,0 3-1,0 1 1,0 1-130,0 0 1,0 3 0,-2 1-1,0 2 23,1 1 0,0 1 1,-1 1-1,0 2 17,-2 0 0,1 6 0,-1 1 1,0 1 5,-1 2 0,2 0 0,1-15 1,0 0-1,0-1 0,0 1-49,-1 16 0,0-16 1,1 0-1,0 15 1,1 0 7,0-15 1,1 0-1,0 15 1,0 0 0,0-3 32,0-2 0,3 4 0,1-3 1,3-1-62,1 0 1,0-2-1,-2-1 1,1-1-47,1-2 1,0-1 0,-2-2 0,0-1 55,0-1 0,-1-1 0,-1-2 0,0-2 70,-2 0 0,2-2 0,-2-2-235,0 0-576,-2-4-45,0 0 1,0-4 68,0-1 0,0 2 0,-2-3 708,-2 0 0,-2 3 0,1-3 0</inkml:trace>
  <inkml:trace contextRef="#ctx0" brushRef="#br0">12712 16651 7827,'3'-8'0,"-2"-1"0,2-2 0,1 1 0,1 2 0,2 1 0,3 1 1344,3 1-1222,2 1 0,4 0 0,4 1 0,3 1 0,3-2-194,-12 3 0,0-1 0,1 0 1,0 1-1,2-1 0,0 0 1,-1 0-1,1 1-90,0 0 1,1 0 0,1 0-1,1 0 1,-1 0 0,-1-1-1,2 0 1,-1 1-50,1-1 1,0 0 0,1 1 0,1 1 0,-1-2 0,1 0 0,-1 1-1,1-1 238,0 0 0,0 1 0,1 0 0,-1 0 0,2-1 1,-1 0-1,1 0 0,-1 0 68,-1 0 0,1 1 1,3-2-1,-1 0 1,-2 2-1,0-1 1,0 0-1,1 0-24,-2 0 1,1 0-1,3 0 1,-1 0 0,-1 0-1,-1-1 1,1 0-1,0 0-14,1 1 0,-1 0 0,2 0 0,-1-1 0,-2 1 0,1 0 0,-1 0 0,1-1-30,-1 0 0,0 0 1,2 1-1,-1 0 0,-3 0 1,1 0-1,0 0 0,0 0-51,0 1 1,-1-1-1,2 0 1,0 0-1,-3 0 1,1 1-1,-2 0 1,1-1 9,-1 1 0,0 0 1,0-1-1,0 0 0,-2 0 1,-1 1-1,0 0 1,0 0 21,0-1 1,-1 1 0,1 0-1,0-1 1,14 1 0,-1-1 110,-3 1 0,0-2 0,-3 1 0,0 1 58,0 0 1,-3-1 0,-3 0-1,-2 1-81,0 0 0,-3 1 0,-2 0 0,-3 0 56,-2 0 1,-1 0-1,-1 0-27,0 0 0,-3-2 669,1 0-1169,-2 0 0,3 2 233,-1 0 1,-1 0-243,1-2-16,-3 1-459,2-1 202,-3-1 0,0 2-251,0-3 908,0 2 0,-3 0 0,0 2 0</inkml:trace>
  <inkml:trace contextRef="#ctx0" brushRef="#br0">7603 17304 8507,'-6'0'0,"2"0"0,0 1 0,2 1 0,0 1 0,2 3 0,1 0 0,0 1-16,1 1 0,2 3 1,0-2 95,2 0 1,1 3 0,2-1 0,0 1-18,1 1 1,2 0 0,0 0 0,1 0-26,1 1 0,2-1 0,0-2 1,3 0-62,0-1 1,3-3 0,-2 0-1,1-2-51,1-3 1,0-2-1,1 0 1,0-2 44,-1-2 0,1-2 0,-2-2 1,-1-2 28,0-1 1,4-4 0,-2-1-1,2 1 49,1 0 0,0-2 0,-1 2 0,0 2-8,-1 0 0,2 1 0,-4 4 0,0 1-54,-1 3 1,-2 1-1,0 1 1,-1 1-12,1 2 0,-1 1 1,0 4-1,-1 1 3,1 0 0,1 2 0,-2 2 0,0 0 3,0 2 1,0 0 0,-2 0 0,1 2 11,-1 0 1,0 0 0,-3 3 0,1 0 19,-3-1-1,2 1 1,-3 0 0,-1-1-15,-1-2 1,-2 2 0,-2-3 0,-2 0 38,0 1 1,0-2 0,0-3 0,0-1 54,0 0 1,-2-1-10,-2-2 1,-1-1-1,-1-1-80,0-2 1,0-4-1,0-2-31,0-1 1,1-3 0,0-1 0,2 0-8,0-1 1,1 1 0,1-1-1,-1-1 0,0 0 1,2 1-1,2 1 1,1-1 1,1 1 1,3-2-1,-1 1 1,2 1-7,1 1 0,1 0 1,0 0-1,1 1 43,1 0 0,0 1 0,2-1 0,2-1 36,1 1 1,2 0-1,2 1 1,1 0 164,3 0 0,1 1 0,0 1 0,1 0-172,-1 2 1,3-2 0,-1 2 0,0 0-58,-2-1 0,2 3 1,-3-2-1,0 0 35,-1 0 1,0 2-1,0-3 1,0 1-19,0 0 1,1 0 0,-4 0 0,0 0 15,1 1 0,-1 0 1,0 1-1,-1 0-15,-2-2 0,0 1 0,-1-2 0,0 2-75,-1-1 1,1-3 0,-2 1 0,0-2 50,-1-2 0,-2 1 1,0-2-1,0 0 110,-1 0 0,0-1 1,0-2-1,-1 1-23,0 1 1,-1-1 0,0 1-1,0 0-36,-2 0 1,0 2 0,-2 2 0,-1 0 58,0 0 1,-2 0-1013,0 0-151,-2 0 1,-2 3 1081,-2 1 0,-1 4 0,-1 1 0</inkml:trace>
  <inkml:trace contextRef="#ctx0" brushRef="#br0">8396 18133 8220,'0'-16'36,"0"1"0,-2 2 0,0-1 0,1 2 0,0 2 113,1 2 0,0 4 42,0 0 0,0 4 0,0 1 0,1 5 202,1 3 1,-1 5-1,3 4 1,-1 0-206,0 0 1,-1 0 0,1-1 0,1 1-202,-1 0 1,-2-3-1,2-2 1,-1-1-107,0-2 0,0 0 0,-2-2 0,0 0-309,0-2 1,2-2-222,0 0 1,2-3 0,0 1 155,1-1 1,1-4-1,0-1 1,-1-4 492,-1-1 0,1-2 0,-1-4 0,2 0 0</inkml:trace>
  <inkml:trace contextRef="#ctx0" brushRef="#br0">8573 17921 7904,'0'9'0,"2"0"75,2 0 1,0 4 0,-1 0 0,2 1 602,0 2 1,1 3 0,0 1 0,0 1-453,0-1 0,-1-1 0,0-3 0,-2-1-279,2 0 1,0 0 0,0-1 0,0-1 202,-1-1 0,-3 0 0,2-1 1,-1 0-573,0-1 1,0-3 0,-2 3 0,0-2-49,0-1 0,-1-1 0,0-1 1,-2-2 41,0 0 1,1-1 0,-2-2 0,-1 0 12,0 0 0,-1-2 415,1-2 0,-7-2 0,0-6 0</inkml:trace>
  <inkml:trace contextRef="#ctx0" brushRef="#br0">8426 18203 8220,'-6'0'151,"0"0"1,3 0-1,3 0 73,4 0 1,1-2 0,3-2 0,2-1-86,1-1 0,2 0 1,0-1-1,2 0-263,0-1 0,4 1 0,-1 1 0,0 0-225,1 3 1,0-3 0,1 3 0,0-1 348,-2 0 0,1-5 0,-4-3 0</inkml:trace>
  <inkml:trace contextRef="#ctx0" brushRef="#br0">15087 16298 7805,'-8'0'-1162,"0"0"1240,6 0 0,-3-1-185,5-3 132,0 3 0,-2-4-152,-2 5 0,2 0-141,-6 0 1,5 1 204,-1 3 0,2-3 303,-2 3 58,-3-3 1,-4-1-43,-1 0 1,4 0 284,0 0 0,4-1-284,-4-3 1,4 3 35,-3-3-181,4 3 0,-1 1-125,8 0 0,3-2 0,4 0 0,1-2-54,0 1 0,3 2 0,1 0 0,0-2 71,1-1 0,-3-1 0,5 2 1,-3-1-10,-1 2 0,-3-1 0,-3 0 40,-1-1 7,-6 1 0,2 3 0,-8 0-12,-4 0 0,-2 0 0,-3 1 0,-2 1 34,0 2 0,-5 0 0,5-2 0,0 0 39,2 2 1,1 0-1,1-4-14,-1 0 1,4 0 0,1 1-108,2 3-70,1-2 0,6 3-59,2-5 1,2 0 0,6 0 0,0 1-49,-1 3 0,1-3 0,1 5 0,2-1-1577,0 3 1772,1-3 0,1 5 0,1-3 0</inkml:trace>
  <inkml:trace contextRef="#ctx0" brushRef="#br0">16969 16963 6980,'-4'0'470,"2"-1"-155,2-1-283,2 1 1,0-1 0,2 2-7,0 0 1,0 0-1,-1 0 1,2 0-62,0 0 0,1 0 0,0 0 1,0 1 22,0 0 0,0 0 1,2 1-1,-1-1-50,1-1 0,1 0 0,0 2 1,1 0 32,-1-1 1,1 0-1,-1-1 1,0 2-38,-1 0 1,-1-1 0,1 0 0,-2 0 11,0 1 0,2 1 0,0-2 20,-1 1 0,0 0 0,0-2 1,1 0-1,-1 0 0,1 0 1,-1 0 13,1 0 1,-1 0-14,-1 0 1,0 0 32,0 0 0,-1 0 35,-1-2-199,-1 1 23,-3-2 0,2 6 0,2 0 0</inkml:trace>
  <inkml:trace contextRef="#ctx0" brushRef="#br0">17404 17039 8125,'0'-4'-353,"0"0"0,1 1 451,0-1 1,1 1-1,2 2-28,0-1 0,1-1 0,1 2-29,0-1 1,0 0 0,0 2-38,0 0 1,0 0-1,2 0 1,0 0-42,1 0 0,0 0 0,3 0 1,-1 0 21,1 0 0,1 2 0,-1 0 0,2-1 5,-1 0 1,4-1 0,-2 0 0,0 2-22,-2 0 1,2 0 0,-2-2-1,1 0 4,-2 0 0,2 0 0,-1 0 0,-2 0-11,0 0 0,-2-2 1,1 0-1,-3 0-6,-2-1 0,0 2 54,-1-3 0,-2 2-2,0-2-590,-1 3-40,-1-2 622,-3 3 0,3 3 0,-3 0 0</inkml:trace>
  <inkml:trace contextRef="#ctx0" brushRef="#br0">19750 17033 8290,'-5'0'-328,"1"-2"0,-2 1 0,3-2-39,0 1 708,-2 1-389,4-1 48,-2 2 1,8 0-1,2 0-7,1 0 1,1 1 0,2 1 0,0 0-5,2-2 0,2 0 0,-1 0 0,1 0-15,2 0 0,0 0 0,0 0 0,-1 0-22,0 0 0,-3 1 0,3 0 1,0 1 10,-1 0 0,1-2 1,-2 0-1,-1 0 14,-1 0 0,-1 0 1,0 0-1,-2 0 10,-1 0 1,0 2 0,-2 0 0,0 0-10,0-2 0,-2 0 0,0 0 11,0 0 1,0 0-19,-1 0 1,-1-2-14,2 0 42,-2 0 0,0 2 0,-2 0 0</inkml:trace>
  <inkml:trace contextRef="#ctx0" brushRef="#br0">20861 17092 8348,'-3'-3'0,"0"3"0,1-3 0,0 1-542,0 1-48,2-2 822,0 1-195,0 1 0,3-2 7,1 3 1,1 0 0,0 1 0,0 0-121,-1 1 1,0 0 0,2-2 0,0 0 72,2 0 1,-1 2 0,3 0-1,0 0-13,-1-2 0,4 0 1,-1 0-1,0 0-6,1 0 0,-2 0 0,1 0 0,0 0-36,0 0 1,-1-2 0,1 0 0,0 1 5,0 0 0,-1 1 0,1 0 1,0 0 16,0 0 1,-1 0-1,1 0 1,0 0 14,0 0 1,-3 0-1,1 0 1,-1 0 19,0 0 0,-2 0 0,2 0 0,-2 0 18,1 0 1,0-2-1,-2 0 1,0 1-7,0 0 1,0 1-68,0 0 1,-1 0 19,1-2 0,-2 1-366,0-1 401,-3 2 0,5 0 0,-3 0 0</inkml:trace>
  <inkml:trace contextRef="#ctx0" brushRef="#br0">21702 17151 8220,'-6'-6'0,"0"0"0,3 2 0,1 0 118,-1 3 1,3-2 0,0 3-588,3 0 0,2 0 354,1 0 0,0 0 0,0 0 0,2 0 115,-1 0 0,4 0 0,-1-2 0,1 0 17,3 1 0,-1 0 1,3 1-1,0 0-21,-1 0 1,4 0-1,-2 0 1,1 0 6,1 0 1,0 0 0,2 0 0,0 0-20,1 0 0,1-1 1,1-1-1,0 0 1,-1 2 1,4-1-1,-3 0 1,2-1 6,0 0 0,1 2 1,0 0-1,-1-1-3,0-1 1,1 1 0,-1-1 0,1 2 18,-1 0 1,3 0 0,-1-1-1,0 0-2,-2-1 1,2 0-1,-2 2 1,0 0-1,0 0 0,2 0 0,-3 0 0,0 0 0,-1 0 1,2 0 0,-1 0 0,0 1 26,-1 1 1,0-2 0,-1 2-1,1-1-24,-1-1 1,0 0 0,-1 0 0,-1 0 20,-1 0 1,0 0 0,-2 0 0,-1-1 36,1-1 1,-1 2-1,-1-2 1,0 1-28,0 1 0,1-2 1,-1 0-1,-1 1-11,-1 0 0,2-1 0,-2 0 8,-1 1 0,-1-2 0,-1 1 0,0 0 1,-1 0 4,0 0 0,-1 0 0,0 2 0,0-2-29,-2 1 0,1-1 1,0 1-107,0-1 0,-2 1-167,0-1 1,0 2 63,0 0 1,0 0-533,-1 0 728,1 2 0,-2 2 0,-2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2152 6773 8427,'-1'-10'316,"-3"2"0,1 3 1,-5 5-1,-1 0 0,-1 0-31,-2 0 0,-4 4 0,-1 1 1,0 1-93,0 4 0,-2 0 0,2 2 37,-2 0 0,4-1 1,-4 1-176,2 0 1,2 1 0,3 1 0,0 2 91,0-2 0,1 3 1,-1-1-1,2-2-388,2-1 1,-1-1 0,5 0-1,1 0-482,2 0 1,1-1 329,0 1 1,6-2-1,5-2 1,4-2 132,4-1 1,-4-4 0,4 4-1,-1-1 73,0 0 1,2 5-1,2-1 1,-1 3 86,-1 0 1,-2 0 0,3-1 0,-3 1 115,-1 2 1,-1 1 0,-6-2 0,-1 1 290,-1 3 0,-5-3 0,1 2 0,-3-2 101,-1-1 0,-1 0 0,-5 0 1,-3 0-148,-1-1 0,-10-3 0,6-1 1,-4-1 76,-2 1 1,4-5 0,-2 2-1,0-2-321,-1-2 1,1-2-1,-1 0 1,3-4-240,3 0 1,1-2 0,0-2 0,0 0-282,1 3 0,3 0 0,1-2 0,2 1-177,3-1 1,0 2-1,4 1 1,1-1 679,5 1 0,-1 3 0,1-1 0,5-2 0,5-1 0</inkml:trace>
  <inkml:trace contextRef="#ctx0" brushRef="#br0">2481 7126 8145,'12'0'481,"-6"0"1,-6 5 0,-7 2 282,-4-1 1,-1 5-1,1-3-362,-1 2 0,5 2 0,3 0-399,3-1 0,2 1 0,3-1-131,4-4 0,7 0 1,2-4-1,1 1 38,3-2 0,0-1 0,0-2 0,-2-3-209,2-4 0,-3-1 0,1 0 1,-2 1 188,-3-1 1,-1-1 0,-2-2-1,-4 0 172,-3 0 0,2 5 0,-3-1 0,-1 0 28,-5 1 1,-3-3 0,-6 3 0,0 0-39,0-1 1,-1 5-1,-1-1 1,-2 2-198,2-2 0,-3 2 1,1-2-860,2 3 1,1 1-314,1 0 0,5-5 1317,4-3 0,1-2 0,2-2 0</inkml:trace>
  <inkml:trace contextRef="#ctx0" brushRef="#br0">2787 6632 8145,'6'12'519,"4"5"1,-6 3 0,-1 3 53,3 5 0,-1 2 0,4 6 0,-2 2 33,-2 1 1,3 4 0,-3-5-1,1-2-314,4-4 0,-1-3 0,0 1 0,-1-5-283,1-3 1,-3 3 0,1-7-1,-2 0-402,-2-2 0,2-3 0,-1-1 0,-1 0-1450,-2-1 1,0-3-16,3 0 0,-1-5 1858,4 1 0,1-8 0,4-3 0</inkml:trace>
  <inkml:trace contextRef="#ctx0" brushRef="#br0">3634 6550 8145,'6'-12'0,"-2"0"0,1 5 206,-1-1 0,0 8 0,-5 4 431,-3 10 1,-4 19 0,-8 10-1,-3 10-358,-3 9 1,10-30 0,0 0 0,0 2 0,1 1 0,-1-1 0,0-1-39,0-1 0,1 0 0,-1 3 0,0-1 0,-12 25 1,2 0-214,3-3 0,-2-3 0,5-7 0,2-5-432,1-2 0,1-7 0,1-4 0,2-5-281,1-3 0,6 1 0,-3-5 0,1-2-2406,0-1 3091,0-7 0,-1 5 0,-2-5 0</inkml:trace>
  <inkml:trace contextRef="#ctx0" brushRef="#br0">11595 4951 8145,'6'-6'0,"-2"-1"0,-3 0 0,1 1 0,2 0 0,2-2 0,6 5 0,0-1 0,-1 0 1186,1 0 1,4 0-1478,0 4 1,4 0-1,0 0 1,2-1 147,2-3 0,-1 2 0,1-2 0,-1 3 114,1 1 0,3 0 1,2 0-1,0 0 50,0 0 1,-1 0 0,0 0 0,2 0 26,0 0 0,2 0 1,-1 0-1,1-1-41,5-3 0,5 3 1,-2-3-1,2 2-2,2 2 1,2 0 0,1 0-1,0-1-24,0-3 0,4 3 0,0-3 1,-1 3 19,-2 1 1,-1 0 0,0 0-1,0 0 45,0 0 1,0 0 0,2 0 0,0 0 0,2 0 0,0 0 0,-2 0 0,0 0-1,2 0 1,0 0 0,-1 0 0,2 0-10,3 0 0,1 0 1,-6 0-1,1 0-66,-2 0 0,4 1 1,-2 1-1,-1 2-15,3-1 1,-6 2-1,2-1 1,-2-1 21,2-2 0,4-1 0,-2 0 0,-1 0 10,-2 0 0,1 0 1,0 0-1,1 0 47,-4 0 0,1 0 0,-4 1 0,1 2-24,-1 1 0,2 0 0,-5-4-18,2 0 0,-3 1 0,3 2 0,-1 1 0,-2-2-22,1 0 0,-3-2 0,2 0 1,-2 0 28,-2 0 0,0 0 1,1 0-1,-2 0 10,-3 0 1,5 0 0,-3 0-1,0 0-6,1 0 0,-4 0 1,0 0-1,0 0 33,0 0 0,-4 0 0,2 0 0,-4 0 16,0 0 0,3 0 0,1 0 0,-2 0-36,-1 0 0,2-2 1,2 0-1,0-2 1,-1 1 0,1 1 1,-3-1-1,2-1-45,-2 1 1,-1 2 0,-3 0 0,-1-2 27,-2-1 0,-4 0 0,0 4 8,-1 0 0,-3 0 1,1 0-1,0 0-37,0 0 0,-5 0 0,1 2 0,1 0-44,2 2 1,-3 0 0,-1-4-459,3 0 0,-4 0-1183,2 0 1713,-5 5 0,-3 2 0,-7 5 0</inkml:trace>
  <inkml:trace contextRef="#ctx0" brushRef="#br0">4222 7596 7120,'0'-11'196,"0"-1"0,0 4 0,1 0 184,3-1 1,2 0-1,6 0 1,0 2-1,0 2 413,-1 2-555,1-3 0,1 5-168,3-3 0,-3 2 0,3 4 1,-3 2 27,-2 3 1,1 4-1,0 2 1,0 3 29,-1 3 1,5 3 0,0 2 0,-2 0-60,-1-1 0,-1 1 1,1-1-1,1-1-69,2-2 1,0-2-1,-4-3 1,-1 0-154,1 0 1,2-2 0,0-2 0,-4 1-260,0 0 1,1-2 0,1-2-289,-1-4 1,-3-3-1,0-1 274,1 0 0,-4-5 1,1-3-1,-2-2 426,0-2 0,-1 0 0,-3-1 0,0-1 0,0-2 0,0-5 0,0 3 0</inkml:trace>
  <inkml:trace contextRef="#ctx0" brushRef="#br0">4704 7561 8145,'-11'-8'174,"3"1"1,-2 4-1,2 0 77,-2 6 1,-2 3 0,0 8 0,0 0-9,1 2 1,-6 4 0,-2 0 0,0 2-2,-1 2 0,1 1 0,-5 1 0,2 0-125,2-4 1,-1 0 0,6-5 0,0 0-634,2 0 1,1 3 0,1-4-722,-1-2 663,5-6 1,-2 2-1,4-3-212,-2-1 1,4 0 785,-5-6 0,0-6 0,-4 0 0</inkml:trace>
  <inkml:trace contextRef="#ctx0" brushRef="#br0">4280 7338 8145,'0'-8'76,"0"0"1,0 4 340,0-4 1,0 4 135,0-3 1,0 3-421,0-4 1,6 5 0,1-2-170,4 0 0,1 0 1,-1-5-1,1 4 18,0 1 1,0 1-1,-1 2 1,1 0 55,0-2 0,0 0 1,-1 5 42,1 3 1,0 3-37,0 4 0,-2 1 0,-1-1 0,-1-2 0,0-1-11,-1 1 1,3-4 0,-2 0 0,2-1-3,2 0 0,0 0 0,0-4 12,-1 0 1,1-1-314,0-3 135,0-3-20,-1-4 0,2-1 0,1 0 0,-1 0-496,-3 0 1,-1 1 114,3-1 1,-4 1-340,0 4 117,-6-4 318,3 5 439,1-1 0,-5 2 0,4 5 0,-5-5 0,-5 3 0,-2-3 0</inkml:trace>
  <inkml:trace contextRef="#ctx0" brushRef="#br0">5198 7432 8145,'0'-7'1180,"0"2"-939,5 5-89,-4 0 0,10-4 0,-4 0 0,4 2 0,1 0 184,-1 2 0,2 0 1,3 0 178,4 0-1058,2 0 372,-4-5 1,4 4 0,-3-3-1,0 1-908,1-1 691,-6 3 1,3-4 0,-5 5-556,0 0 1,0 0 942,-1 0 0,-4 0 0,3 5 0,-3 2 0</inkml:trace>
  <inkml:trace contextRef="#ctx0" brushRef="#br0">5315 7620 8145,'-4'8'102,"0"0"0,-3-4 0,1 2 735,0-1-607,3-1 1,3 0-143,8 0 1,2 0 0,3-4-1,2 0 1,1 0-557,-2 0 1,4 0 0,2 0-117,2 0 1,3 0 583,2 0 0,-2-5 0,4-2 0</inkml:trace>
  <inkml:trace contextRef="#ctx0" brushRef="#br0">6279 6773 8145,'0'-11'384,"0"-1"1,0 0 476,0 0 1,0 4-239,0 1 1,-1 5-535,-3 2 1,3 2 0,-4 5 0,1 3-166,0 0 1,-1 7 0,1 3-1,-3 2 80,1 1 0,-5 5 0,5 2 1,-2 3 31,0 3 1,1 3 0,-2 2-1,1 5 32,-1 3 1,3 13-1,-1-1-46,2 3 1,1-29 0,0-1-1147,2 0 1,0-1 1161,0 1 1,0 1-16,2 0 1,0 1-115,-2-1 1,-1 0-109,2 31-267,-2-32 0,1 1 481,2 30-124,0-5 113,0-25 1,0-2 0,0 17-19,0 5 0,0-4 1,0 0 1,1-8 175,3 0 0,-2-5-65,6-3 0,-4-4-37,4 1 0,-4-6-58,4 1 1,-4-6 1677,4-1-1631,-6-6 1087,9 3-1481,-10 0 497,9-4-232,-8 4-771,8-10 356,-9 3-344,5-8-433,-6 3 827,5-10 1,-4-3 0,4-7 0,-1-2 443,0-1 0,0-2 0,-4-3 0,5-11 0,2-3 0</inkml:trace>
  <inkml:trace contextRef="#ctx0" brushRef="#br0">6468 7020 10502,'11'0'0,"1"-1"0,0-3 124,0-4 1,-1-2 0,1-2 88,0 0 0,1-3-259,3-1-314,-9 0 196,9-1 117,-9-1-24,4 0 0,0 1 1,-3 5 221,-4 0 44,2 0 1,-4 3-130,1 5 0,-1 6 1,-2 11-1,0 2 160,0 5 1,0 3 0,0 4 0,0 1-66,0 2 1,0-3 0,0 1-1,0 0-244,0-1 1,0-1 0,0-5 0,0-3-73,0-1 1,1 2-1,2-6 1,1-3-175,-2 1 1,1-6-1730,1-1 797,2-3 782,6-1 0,0-9 261,0-3 0,-1-2 1,1 1-1,0-3 218,0-3 0,-1-2 0,1 0 0,0 2 0,0 2 0,-1-2 0,1 2 0,0 1-13,0 3 0,-2-1 0,-1 6 225,-1-3 420,-5 5 0,2 6 1,-5 8-260,0 2 1,-4 2-1,0 1 1,1 1-180,2 2 0,1 0 0,1-4 0,2-1-131,1 1 1,5 0 0,-1-2 0,2-2-48,2-4 0,0 1 1,1-1-1,1-1-145,2-2 0,1-2 1,-3-3-1,2-3-61,-2 1 1,0-7-1,-3 2 1,1 0 107,0-4 1,-4 2 0,-2 3 65,-1-2 0,-1 3 0,-4-7 0,0 3 35,0 1 0,-5 0 0,-3 1 0,-2-2 94,-2-3 0,0 4 0,-1-1 1,-1 4-143,-2 0 0,1 0 1,3 0-1318,0 1 486,5 5-6,2-2 378,5 10 488,0 2 0,0 4 0,0 1 0,0 0 0</inkml:trace>
  <inkml:trace contextRef="#ctx0" brushRef="#br0">6515 7702 7948,'4'-8'0,"1"2"-181,1 1 0,-2-1 277,4 3 1,-4 0 0,4-4 0,0 1 0,0 1 89,-1-1 0,1 1-157,4 1 1,0 3 0,-1-4 0,1 1 137,0 0 0,0 0 0,0 4-37,-1 0 0,1 0-34,0 0 1,-4 5-1,-2 3 1,-1 3-80,-2 0 1,-2 1-1,-1 1 1,0 1-42,0 2 0,0 4 0,0-3 1,-1 0-40,-3 0 0,-1 2 0,-4-2 0,1-1-2,-1-3 0,-2 5 1,0-6-1,0 1 85,3 0 0,-2-5 0,2 0 0,-3 1 138,0 2 1,3-4 0,0 0-22,-1-2 1,2 3-2,0-4 0,5 0-88,2-4 1,2 0 0,5 0 0,2 0-74,2 0 0,1-2 1,-1 0-1,1-2-29,0 1 1,4 2 0,-1 1 0,0 0-102,-2 0 0,-1 0 0,-1 0-29,1 0 1,0 0-1,0 0-337,-1 0 1,1-1 0,0-3 19,0-4 1,-5 1-1,1 0 501,1-3 0,2 0 0,1-2 0,-1 0 0</inkml:trace>
  <inkml:trace contextRef="#ctx0" brushRef="#br0">7044 7714 8037,'-7'5'241,"3"3"1,-1-1-1,1 1 1,2 1 35,0 1 0,2 2 0,0 0 0,0 1-165,0 2 1,0-2 0,2 3 0,0-3-99,2-1 0,5 0 0,-1-1 0,3 0-89,0-3 0,5-3 0,1-5 0,0 0-21,0 0 0,4-5 1,-2-3-1,2-3 65,-1 0 0,1-5 0,-5 0 1,-2 1 94,-1-2 1,-1 4 0,-2-3 0,-1 3-7,-1 1 0,-5 0 0,1 1 0,-3-1-52,-1 0 0,-1 2 0,-3 0 1,-4 4-34,-2 1 0,-6-4 0,-1 2 0,-1 1-65,-3 2 0,4-2 1,0 2-1,1 2-231,0 1 1,1 1 0,3 0 0,0 0-321,0 0 0,1 3 1,-1 3 642,0 0 0,-5 2 0,-1 4 0</inkml:trace>
  <inkml:trace contextRef="#ctx0" brushRef="#br0">6785 8431 8827,'8'0'210,"-2"-1"0,1-3-182,0-4 0,-1 2 0,3-2 1,-1-1-23,1-2 0,-2 0 1,1-1-1,-1 0 73,0 0 1,3 1-209,-2-1 0,-1 0 264,1 0 4,-6 6 1,3 3 0,-5 10-1,0 4 0,0 8 0,0-2 0,0 1 3,0 3 1,0 0 0,0 0-1,0-2-90,0 2 1,2-4 0,0-1-201,2-3 1,0-1-1397,-4-1 807,0-4 737,5-2 0,-3-10 0,3-2 0</inkml:trace>
  <inkml:trace contextRef="#ctx0" brushRef="#br0">7326 6691 7821,'0'-8'0,"0"0"27,0-1 0,-4-1 421,0-2 1,0 4-10,4 0 0,0 4-219,0-3-184,0 4 0,2-2 0,0 6 17,2 3 0,5 2 0,-1 6 1,1 0 6,-1 0 1,3 3 0,-4 2 0,4 2-47,1 2 0,-1 1 0,1 3 0,0 1-57,0 1 0,-1 6 0,1-2 0,0 3 26,0 1 0,-1 5 0,1-1 0,0 0-7,0 2 1,-4-1 0,-1 5 0,1-2 7,-1 1 1,2 2 0,-5 0-1,-2-2 31,0-1 0,2 0 0,0 4 0,-2-1-6,-1-3 1,-1 1-1,0-3 1,0-2 25,0-2 0,0 5 1,0-7-1,0 0 31,0-2 1,0-1-1,0-4 1,-1-2 4,-3-1 1,3-2-1,-3 1 1,3-1 21,1 1 1,0-2 0,-2-1-1,0-3 32,-2-1 1,0 3 0,3-3 0,-2 0-5,-1 0 0,-1 0 1,2-3-1,-1 2-54,2-2 0,-3-1 1,1-1-1,0 0-52,-2 0 0,5-1 0,-4 0 0,1-2 13,0-1 0,0 0 1,3 2-35,-3-2 1,3 2-88,-3-2 0,2 3 41,2 0 1,-4-3 0,1 0-217,0 1 0,2-2 7,1 1-2311,0-6 3,0 4 2569,0-6 0,0-6 0,0 0 0</inkml:trace>
  <inkml:trace contextRef="#ctx0" brushRef="#br0">6162 8549 6663,'12'5'683,"-5"-2"0,0 5 0,0 1-383,-1 1 1,-2 2-1,4 0-119,1 0 0,0-1 0,0 1-145,-1 0 0,0 0-161,4-1 1,-6-3 0,-1-1-826,1-2 1,-5 0-4,3-1 1,-3-1 952,-1 5 0,0-6 0,0 3 0</inkml:trace>
  <inkml:trace contextRef="#ctx0" brushRef="#br0">8925 7573 7821,'0'-12'0,"6"6"0,1 2 0,4 2 0,1 2 0,-1-1 0,1-1 0,0-2 0,0 1 0,1 0 535,2-1 0,-6 2 0,3-5-163,-1 2 0,-1-3 1,1 3-1,-2-2-657,-1-2 0,-4 0 0,2 0 0,-1 1 118,-2-1 0,-2 3 1,-1-2 116,0-1 1,-1 2-1,-3 0 1,-4 2 180,-2 3 1,-2 2 0,0 2 50,0 2 0,2 7 0,1-1 1,1 6 19,-1 2 1,4 0 0,-1 3-1,2-2-95,1-2 0,-1 2 1,4-2-1,0 0-53,0 0 1,5-5 0,3-4 0,2 0-156,2-2 1,0-1 0,1-5 0,1 0-198,2 0 1,1-5-1,-3-3 1,2-2-4,-2-2 0,3-4 0,-1-1 0,-2 0 56,-1 0 1,-1 2-1,0 3 260,0 0 0,-1 2 1,1 2 263,0 4 0,-4 4 0,-2 4 0,1 4 4,-1 2 1,-2 2 0,3 1 0,-1 1-248,1 2 0,-3 0 0,4-6 1,-1-1-269,0-1 1,3 0-1,-2 4-1986,3 0 2218,-5-6 0,5 5 0,-5-5 0</inkml:trace>
  <inkml:trace contextRef="#ctx0" brushRef="#br0">10113 7314 7821,'0'-11'137,"0"-1"0,0 4 198,0 0 1,-5 4 0,-3-2 32,-3 0 1,0 4 0,-1 6-183,0 4 1,0 2 0,1 2 22,-1 0 0,-2 4 0,0 4 0,4 1-18,0-1 0,0 2 1,1-4-1,3 2-205,0-1 1,3-4 0,3 0-1,0 0-69,0 0 0,5-3 0,3 1 0,2-4-206,2 1 1,5-1-1,2-2 1,4-3-352,0-2 1,1-2-1,-1 0 1,1 0-319,-1 0 1,1-6 957,-1-1 0,1-9 0,-1-2 0</inkml:trace>
  <inkml:trace contextRef="#ctx0" brushRef="#br0">10336 7467 7880,'0'12'1076,"0"0"-717,0-1 1,2-3-201,2 0 1,6-5-1,6 1 1,-2-4-78,-1-4 0,-1-2 0,1-3 0,1 1-137,2-1 1,0-1 0,-4-2 0,-2 0-8,-2 1 1,1-1 0,-5 0 0,-2 0 178,0 1 1,-4 3 0,-1 0 0,-5 0-11,-3 2 1,0-4 0,-1 6-1,0 2-38,0 1 1,-3 1-1,-1 0 1,1 0-243,2 0 0,3 5 0,1 1-381,1 1 0,5 3 0,-1-2-16,3 3 1,6-4 0,3 0-1,3-2 570,0-2 0,5-2 0,1-1 0,1 0 0,2 0 0,4 0 0</inkml:trace>
  <inkml:trace contextRef="#ctx0" brushRef="#br0">10713 7385 7852,'0'12'0,"0"-1"205,0 1 1,0 0-1,0 0 1,0-1 73,0 1 1,4 0 0,1 0 0,1-1-85,4 1 1,4-4 0,3-1 0,0-2-27,0-3 0,4 0 0,-2-2 0,2-2-70,-1-2 0,1-2 1,-6-5-1,1 2-247,1 1 1,-5 1 0,1-5-1,-5 0 46,-3 0 1,-1 1-1,-4-1 115,0 0 1,-5 0-1,-3 2 1,-3 1 7,0 1 1,-1 4 0,-1-3 0,-2 1-195,0-1 0,-1 5 0,4-2-361,1 3 1,3 1-2005,0 0 2538,5 0 0,8 0 0,3 5 0,9 1 0</inkml:trace>
  <inkml:trace contextRef="#ctx0" brushRef="#br0">11371 7455 7821,'-4'12'0,"0"0"0,2 0-86,0-1 1,2 1-514,0 0 2028,0 0-765,0-1 1,2-4-380,2-3 1,-3-4 0,4-4 0,-1-4-107,0-2 1,0-3 0,-4-2 0,0-2-230,0-1 1,4 2-1,0-2 1,-2 1 58,0 3 1,-2-3 0,0 1 0,0 2-150,0 1 0,1 2 0,2 2-363,1 1 0,3 4 0,-1-2 1,0 0 116,3 4 1,2 1 0,1 1 0,-1 1-322,1 3 1,0-3 706,0 3 0,5 2 0,1 1 0</inkml:trace>
  <inkml:trace contextRef="#ctx0" brushRef="#br0">11795 7326 7890,'-6'-7'272,"0"4"1,-7 5-1,-2 3 172,0 2 0,-5 1 0,3 5 0,0 1-29,0 2 0,1 0 0,5-5 0,0 1-198,3 0 0,3 0 1,5-1-1,0 1-174,0 0 1,1 0 0,3-2-98,4-2 0,3-2 1,0-3-1,2 1-192,3-1 1,1-3-1,4-4 1,-3-3-120,-1 1 1,3-5-1,-3 2 1,0-4 74,0-3 1,-1-3-1,-5 2 1,1-2 93,0-1 0,0-3 0,-2-2 0,-1-1 23,-1-1 1,-5-8-1,1 1 1,-3-2 38,-1-2 0,4 5 1,0 1-1,-2 2 364,0 4 0,-2 0-252,0 10 0,-2 3 0,0 9 640,-2 8 0,0 10 1,4 6-1,0 4 2,0 3 1,0-1 0,0 6 0,0-1-308,0-1 1,0 3 0,0-6 0,1-1-414,3-1 0,1-3 0,4-1 0,-2-1-835,-2 1 0,4-4 0,-1 0-104,3 0 0,0-4 0,1 1 1039,0-5 0,0 2 0,-1-5 0</inkml:trace>
  <inkml:trace contextRef="#ctx0" brushRef="#br0">12194 7432 9158,'0'-12'5532,"0"6"-6576,0-5 10,0 10 1,4-3 1033,0 8 0,5 2 0,-2 6 0</inkml:trace>
  <inkml:trace contextRef="#ctx0" brushRef="#br0">12782 7009 7834,'-4'-12'0,"0"0"0,1 2-36,-3 2 1,5 1 0,-3 6 540,3 1 1,1 2 0,0 13-74,0 4 1,0 6 0,0 11 0,1 0 0,2 3 41,1 4 0,1-1 0,-3 0 0,2-3-315,-1-5 0,2 0 0,0-6 0,1-4-216,-1-3 0,3-4 0,-3-5-457,2 0 1,0-6-1,5-2 68,0-2 0,0-4 1,1-3-1,1-5 42,2-5 0,1-2 0,-3 2 0,2-4-57,-2 1 1,3-3 0,-2 5 0,-4 2 393,-2 1 0,-1 6 446,4 4 0,-5 3 1,-2 3-1,-1 7 383,0 4 0,0-1 0,-4 4 1,0-1-427,0-1 1,1 1 0,1-4 0,4 0-680,0-1 0,3-4 0,6-3-594,0-3 1,5-2-1,-3-3 1,1-3 429,3 1 0,-3-9 0,1 4 0,-2-2 507,-3 0 0,-1 1 0,-1 0 294,-6 6 1,0 2-1,-6 8 634,0 3 0,0 4 1,1 1-530,3-1 1,2-3 0,6-1 0,0-2-143,0-2 0,0-2 1,1-2-1,1-2-29,2-1 0,1-5 0,-3 1-232,2-2 0,-2-2 0,-6 0 0,-3 2-97,0 2 1,-3-3 0,0 5 0,-4-2-28,-6 0 0,-3 4 0,0-2 0,-1 0-332,0 4 0,-1-3 0,-1 1-328,-2 1 0,0 2 120,5 1 1,4 5 0,3 3 667,3 2 0,6 2 0,2 0 0</inkml:trace>
  <inkml:trace contextRef="#ctx0" brushRef="#br0">13688 7455 7834,'12'0'1039,"-6"0"-718,5 0 1,-10-5-1,1-3 34,-4-2 0,1-3-273,-3-3 0,2-1 0,2-2 0,0 3-36,0 3 0,4 1 0,1 2 0,1 0-285,-1 3 0,0 3 1,-1-3 277,4 2 1,-2 1 0,2 5 126,1 3 1,-2 3 0,-1 5 0,1-1 377,0 1 0,-4 0 0,4 0-69,-2-1 0,3 1 0,-3-1-536,2-4 1,-5 0-343,2-3 1,3-3-1,-1 2 75,1-6 0,3 0 0,-2-4 0,3-2-501,0-2 1,1 1 0,0-1 0,0 2 499,-1 0 1,-3-4 0,0 5 451,1-2 1,-2 3 293,1 3 1,-6 4 296,2 4 0,-2-1 0,-2 4 0,1 1-137,3-1 0,-3-1 0,4-3 0,1 1-533,1-2 1,0 0 0,1-2-1,2 0-674,5 0 0,-2-4 1,2-1-1,-2-1 41,-1 1 1,0-3 0,0 3 0,-1 0-53,1 0 1,0-3 0,0 4 706,-1 1 0,-4 3 427,-3 4 1,-3 3 0,-1 5 464,0-1 1,0 1-1,1-2 1,3 0-576,4-3 1,-1-3 0,1 3 0,1-2-321,1-2 0,2-2 0,1-1 0,1 0-69,2 0 0,0 0 0,-4-1 1,-1-2-83,1-1 0,-4-5-14,0 1 0,-6-2 0,1-1-135,-6 3 1,1-1 0,-6 4 0,-1 0-93,-2 0 1,0-4 0,-1 2-71,0 0 0,4-2 0,2 4-900,0-1 578,3 3 0,4-2 1,3 5 720,4 0 0,2 5 0,2 1 0</inkml:trace>
  <inkml:trace contextRef="#ctx0" brushRef="#br0">14840 7244 7834,'-5'-7'685,"-3"2"-329,-2 0 0,-2 3 0,0-2 0,0 3 61,1 1 0,-1 5 1,0 3-1,-1 1-15,-3-1 0,6 7 0,-3-4 0,1 2-150,3 1 0,4-3 0,-2 1 0,2 0-95,2 0 1,2-5 0,1 1 0,1 0-249,3-1 0,3-2 1,5-5-172,-1 0 0,1 0 0,0 0 0,-2-1 34,-2-3 0,3-2 0,-5-3 0,1 1 125,-3-1 1,1-1 0,-1-2 38,-2 0 1,4 4 0,-1 2 272,1 1 1,-2 1 0,4 5 0,1 3 105,2 4 0,4 7 1,1 5-1,-2 2-113,-1 2 1,3 5 0,0 1 0,-2 1-113,-1 0 0,-5-5 0,-1 2 0,-2-3-52,-3-2 0,0-4 1,-4-4-1,0-2-213,-2-1 1,-5-2-1,1-2 1,-2-4-244,-2-2 0,0-2 0,2-2 154,2-2 1,2-2 0,6-6-1,0-1 42,0-3 1,2 2-1,3-6 1,5-1 99,5-1 0,4 3 1,-2-1-1,2 0 134,2 2 1,1-4-1,0 2 1,-1-1 74,-1 2 1,2-2-1,3 4 1,-5 0-18,-1 0 1,0-3 0,-2 3 0,0 0-10,0 0 0,-2 2 1,-7 3-1,-5 0 120,-1 0 1,-2 1 52,0-1 0,-5 5 0,-3 3 162,-3 3 1,-1 10-1,2 4 1,1 3-31,1 1 1,5 3 0,0-3 0,1 1-285,2 3 1,0-4 0,2 0-1,0-2-393,2 1 0,5 0 0,0-4 1,4-1-804,3 1 0,4-4 0,-5-2 1,1 0 126,1-4 1,-4 0 0,3-2 0,-3 0 986,-1 0 0,5 0 0,1 0 0</inkml:trace>
  <inkml:trace contextRef="#ctx0" brushRef="#br0">15487 7420 7834,'-5'-6'663,"3"-5"0,-3 5-70,0-1 0,4-3 1,-3 2-346,2-3 0,2 0 0,0-1 0,0 0-106,0 0 1,4 4 0,3 1-117,3-3 1,2 4-1,5-1 1,-5 2 132,-2 3 0,1 0 0,1 2 1,-1 2 98,1 1 1,-2 4 0,0 5 0,-3 0 89,3-1 1,-1 1-1,1-2 1,-1 0-30,0-3 1,8 0 0,-5 1-1,3-4-269,2-3 0,0-1 0,2 0 0,-2 0-203,0 0 1,-2-1 0,3-3 0,-1-4-58,-3-2 0,3-2 0,-1 0-360,-2 0 0,-2 1 1,-3-1-1,-2 0 276,-2 0 1,-1 0 0,-4 1 346,0-1 0,-5 5 386,-3 3 0,-3 3 0,0 2-19,-1 3 0,1 3 0,3 5 0,3-1-60,0 1 1,4 0 0,-3 1 0,2 1-459,2 2 1,0 0-1,2-4-574,2-1 1,2 0-1,6-2 1,0-3-298,0 0 0,1 1 1,2-3-1,4-1 140,-1-2 0,4-1 0,-2-1 0,2-3 829,1-4 0,0 2 0,-2-2 0,-2-1 0,2-2 0,1 0 0,2-1 0,-2 1 0,-2 3 0,-3-2 0,-6 1 0,1-4 236,0-3 1,-6 0 0,-2 5 1589,-2-1 1,-4 1-1415,-2 4 1,-2 1-1,-6 6 1,0 0 300,1 0 0,-1 6 1,1 1-1,2 4-288,1 1 1,4 3 0,-2 1 0,1-2-398,2 0 0,2-3 1,1 1-1,1-2-95,3-2 0,3 1 0,4-3 1,1-1-130,0 0 1,0-1 0,-1-4 0,1 0-288,0 0 1,3 0-1,1-1 137,-1-3 1,0 1 0,-2-3 735,-2 0 147,-2-3 1,-3 7 34,-2-6-870,3 5 0,-5-3 0,6 3 0,1-1-713,2 2 1,1-1 0,1 0 0,1-1 212,2 2 0,5-3 0,-2-1 0,4 1 389,0 0 0,-1-3 1,-1 3-1,-3 0 377,-1-1 1,2-3-1,-6 3 1,-4-2 410,-3 0 1,2 4-1,-4-4 558,-1-1 0,-7-1 0,-4-1 81,-2 3 0,-2 3 1,1 4-161,4-3-701,-4 3 1,11-5-1,0 8 1,7 0-346,3 2 1,3 5 0,3-1-1,2 3 119,0 0 0,3 2 0,-5 2 0,-2 2 105,-1 1 1,-1-2 0,0 2 0,0-1-100,0-3 1,-6 0 0,-2-3-8,-3 1 1,-2-1 0,-3-2-1,-4-3-179,-2-1 0,-6-1 0,-1-4 0,0 2-700,0 2 0,-4-3 1,2 3-1,-2-3 949,1-1 0,-7 0 0,2 0 0</inkml:trace>
  <inkml:trace contextRef="#ctx0" brushRef="#br0">15463 6879 7820,'0'-12'891,"-1"6"-407,-3 2 0,2 8 0,-6 4 1,-1 2-1,-2 3 0,-1 2-128,1 0-356,-6 6 0,-2-8 0,-4 4 0</inkml:trace>
  <inkml:trace contextRef="#ctx0" brushRef="#br0">2505 9196 7855,'0'-16'0,"-2"-1"0,0 0 0,-2 0 0,0-2 0,3 2 0,-2 0 0,-1-2 0,2 1 0,0 4 0,2-2 0,0 3 0,0 1 0,2 0 1543,1 1-1235,4 4 1,1 11 0,-2 10 0,1 7-80,-1 8 0,-2 9 0,3 5 0,-1 1-168,1 0 0,-3 4 1,2-4-1,0-2-35,-4-4 0,3 2 0,1-7 0,-1-1-148,0-2 0,-1 0 0,-3-4 0,2-3-379,1-1 0,0 3 0,-4-6 1,0-1-254,0-2 0,0 1 0,-2-2 754,-1 0 0,-4-8 0,-5-3 0,-5 3 0,-1-1 0</inkml:trace>
  <inkml:trace contextRef="#ctx0" brushRef="#br0">2317 9807 7844,'-16'8'0,"0"-1"0,2-2 341,1-3 490,1 0-647,5-2 0,7 0 0,10 0 0,4 0-7,6 0 0,2-2 0,3 0 0,2-2-262,4 1 1,2 2 0,0 0-1,-3-2-410,-1-1 1,2 0 0,-2 4 0,1 0 44,2 0 0,-2 0 0,0-1 0,1-3 450,-1-4 0,1-2 0,4-2 0</inkml:trace>
  <inkml:trace contextRef="#ctx0" brushRef="#br0">3210 9560 6758,'-4'-8'466,"-1"2"0,-1 1-129,-4 2 1,0 0 0,-2 1 0,0-2-15,1 1 0,-2 2 0,-2 1 0,0 1-41,0 3 0,0 3 1,0 5-1,2-1 116,-1 1 1,1 0 0,4 0 0,2-1-203,2 1 0,1 0 0,4 0 0,0-1-296,0 1 1,5-5 0,3-2 0,4-1 61,3 0 0,0 0 1,4-6-1,2 0-380,1-2 0,2-5 0,-1 1 0,0-3-81,-4 0 0,0-1 0,-5 1 0,2 2 254,-2 1 0,-1 6 377,-1-2 0,-2 4 1,-1 2-117,-1 2 1,-4 4-1,3-3 1,-1 2-522,1 2 1,1-2-1,3-1 1,1-1-1181,0-2 1685,5-2 0,1-1 0,6 0 0</inkml:trace>
  <inkml:trace contextRef="#ctx0" brushRef="#br0">3845 9737 7855,'-8'4'1038,"1"0"1,3-1-809,-4-3 1,1-1 0,-1-3-266,5-4 1,1 2 0,2-2-1,0-1 88,0-2 0,4-4 0,1-1 0,1 2-413,-1 1 1,4-3 0,-2 0 0,0 3 221,1 4 1,-4-1-1,4 3 1,0-1 225,-2 0 0,5 6 125,-3-2 0,1 4 0,0 2 25,-1 2 1,-6 6 0,2-3 0,-1 4 136,1 1 1,-3-1 0,3 1-294,-3 0 1,-1-4 185,0 0-548,0-6 1,2 2 0,0-8-315,2-4 1,1-2 0,-1-2 164,4 0 1,3 1 534,0-1 1,-3 5 321,0 3 1,-4 3-1,3 2-101,-2 3 1,-1 3-1,-3 3-98,3-2 1,-3 3-826,3-4 0,3 0-109,0 1 1,4-6 0,2 2-1,1-2 314,2-2 1,1-6 0,-3-1 0,3-3 390,2 3 0,0-9 0,5 3 0</inkml:trace>
  <inkml:trace contextRef="#ctx0" brushRef="#br0">4363 9525 7855,'-2'-7'560,"-2"4"-152,-3 1 1,-4 6 0,-1 3 0,1 1 62,-1 1 1,0 8 0,0-6 0,1 2 86,-1 1 0,1-3 0,4 1-388,3 0 1,2 0-487,2-1 0,6 0 0,1-3-4,4-4 0,1-3 1,-1-1-1,1 0-4,0 0 0,0-4 1,-1 0-1,0 0 38,-3-1 0,2 4 1,-3-5-1,1 2 150,-1 1 1,1-1 193,4 4 1,0 0 0,-1 0-97,1 0 0,-4 0 0,0 0 1,1 0-987,2 0 0,0 0 1024,1 0 0,5-6 0,1 0 0</inkml:trace>
  <inkml:trace contextRef="#ctx0" brushRef="#br0">4821 9313 7855,'0'-5'456,"0"5"1,0 7 0,0 7 0,0 3 78,0 1 1,2 2 0,0 2 0,3-1-217,2-1 0,-3-2 1,2 3-1,1-3-487,-1-1 1,-2 3 0,3-3 0,-2 0-386,-2 0 1,-2-2 0,0-3-1,2 0-558,1 0 1,0-5-1,-5 0 1111,-3-2 0,1-1 0,-4-5 0,1-3 0,-1-4 0,0-1 0,-5-2 0,0 2 0,0 0 0,1-5 0,-3 3 0,0-3-90,-2 0 1,1 1 0,2 1 0,0 0 391,1 0 1,-1 4 0,8 1 640,-2-3 1,4 4-1,1-1-691,4 2 1,5 1-1,5 4 1,-1 0-341,1 0 1,4 0 0,1 0 0,1 0-450,3 0 1,1 0 0,2 0 0,-1 0 140,1 0 0,3 0 1,1 0-1,-2-1 109,-1-3 0,-2 3 0,-1-3 0,-1 1 287,-1-1 0,-6 3 0,3-4 0</inkml:trace>
  <inkml:trace contextRef="#ctx0" brushRef="#br0">5198 9525 7855,'0'12'-533,"-2"-6"-10,-2-2 1,3 3 646,-3 1 1,3-2-1,1 2 300,0 1 1,0 2 0,0 0 176,0 1 1,4 0-1,0 0 24,-2-1 1,0-3 0,-1-1-14,3-2 1,-3-2-350,3-7 0,-3-7 0,-1-4 0,0 0-269,0 2 1,0-3 0,2-1 0,0 0-131,2 0 1,0 0 0,-3 3-1,2-2-237,1 2 0,4 1 0,-3 3 0,2 0-114,2 3 1,-3 0-1,3-1 1,3 4-137,3 3 0,0 1 0,-3 0 0,1 0 643,3 0 0,-3 0 0,4 0 0,-5 0 0</inkml:trace>
  <inkml:trace contextRef="#ctx0" brushRef="#br0">5539 9490 6760,'0'15'0,"0"2"306,0 2 0,0-4 0,0 5 1,0 0 356,0-2 0,0 3 0,0-6 0,0 0-822,0-2 0,1-1-297,3-1 1,2-4 0,6-4-1904,0-6 2359,-6-4 0,10-10 0,-3-1 0</inkml:trace>
  <inkml:trace contextRef="#ctx0" brushRef="#br0">5586 9407 7855,'-12'-11'117,"0"-1"0,4 1 0,2 2 0,-1 3 739,1 1 1,3-5-193,-1 3-498,3 1 0,2 1 1,3 5-923,4 0 0,2 1 1,2 2-1,0 2 756,0 2 0,-1 1 0,1 3 0</inkml:trace>
  <inkml:trace contextRef="#ctx0" brushRef="#br0">5844 9525 7199,'2'-8'-352,"2"2"1,3-1 0,4 2 0,1 0 1831,-1 2 0,1 2-945,0 1 1,0 0 0,-2 1-309,-2 3 1,-2 4-1,-3 6-94,1 2 1,0 0-1,-4-3 1,0 1-16,0 2 1,-1 1 0,-2-3 0,-1 2 66,1-2 0,2-1 0,1-1-130,0 0 0,1-1 0,3 1 0,4-1-681,3-4 0,2 3 1,1-6-1,2-2-110,-2-1 1,3-1-1,-1 0 1,-2 0 735,-1 0 0,-6-1 0,-3-3 0,2-2 0,1-6 0</inkml:trace>
  <inkml:trace contextRef="#ctx0" brushRef="#br0">5880 9643 7855,'-12'0'34,"0"0"0,0 0 0,1 0 490,-1 0 1,5-2-373,3-2 0,4 3 0,4-3 0,4 3 0,3 0-401,0-3 1,6 2-1,3-2 1,3 3-1612,5 1 1860,-3-5 0,9-2 0,-4-4 0</inkml:trace>
  <inkml:trace contextRef="#ctx0" brushRef="#br0">6961 9454 7855,'-11'0'0,"-1"0"219,0 0 0,-1 0 0,-1 0 0,-2 2 169,2 2 0,-5 2 0,1 6 88,0 0 0,-3 5 1,5 2-1,2 4-1,1 0 0,1-3 1,2-2-1,2 0-275,4 1 1,3-5 0,1 2 0,1-5-319,3-3 0,2 1 0,7-5 0,3-1-135,4-2 0,2-2 0,1-3 0,2-5-163,3-6 0,-2-3 1,4-7-1,-1-1-179,-3-1 1,-1-2-1,-3 3 1,-3-3 390,-3-1 0,-3 4 1,-1-3-1,-2 2 256,-2-1 0,-1-3 0,-5 2 0,2 0-167,-1 1 0,-3 4 0,-4 6 604,-4 1 1,-2 6-1,-2 8 1,1 3 11,4 3 0,-8 9 1,3 9-1,-1 4 6,0 2 0,-1 6 0,1-2 1,2 2-177,1-2 1,5 2 0,1-5-1,2-4-246,2-3 1,4 0 0,2-5 0,1-2-234,7-1 0,1-1 0,6-2 0,-1-2-385,1-4 0,1-2 1,1-2-1,0 0-304,-4 0 0,6-6 1,-5-2-1,-3-2 387,-3-2 1,-2 1 0,-2-1 0,-2 0 219,-4 0 0,-3 0 0,-1 1 0,0-1 204,0 0 0,-4 4 1,-1 2-1,-1 1 527,-4 2 0,0 3 0,-2 4 47,0 4 1,6 6 0,2 2 0,3-2-249,1-1 0,0-1 0,1 0 0,3 0-434,4-1 1,3 1 0,5 0-1,4-2-455,2-2 0,3-3 0,2-5 0,3 0 589,0 0 0,10 0 0,-4 0 0</inkml:trace>
  <inkml:trace contextRef="#ctx0" brushRef="#br0">8173 9102 7850,'0'11'300,"0"1"1,0 1 0,0 2 133,0 0 1,0 6 0,0-1 0,0 2-186,0 2 0,0-2 1,1-1-1,2-3-232,1-1 0,1 4 1,-3-3-1,4 0-290,0-2 1,-3 1 0,2 0-1,-1 0-880,0 0 1,0 3-1,-4-5 1153,0 0 0,-6-2 0,0-1 0</inkml:trace>
  <inkml:trace contextRef="#ctx0" brushRef="#br0">8079 9478 7848,'-6'-12'0,"0"0"84,-1 1 0,2 3 0,6 1 1,3 1-40,4-1 1,3 3 0,2-2 0,1 1-151,2 2 1,3-2 0,0 1 0,2 0-188,3-1 0,2 3 1,-2-2-1,0 3 86,-1 1 0,1 5 1,-2 2-1,-1 1 206,-2 0 0,-4-5 0,0 5 0,9 0 0,1 4 0</inkml:trace>
  <inkml:trace contextRef="#ctx0" brushRef="#br0">8573 9525 7666,'-6'7'663,"4"-2"0,-6-7 0,-1 0-375,-2-2 1,3-5 0,1 1 0,-1-3-160,1 0 0,1-5 0,3 0 0,-1 2-281,1 1 0,2 1 0,2 0 1,3 1-519,4-1 1,3 0 0,0 2 0,3 1 71,1 1 0,0 5 0,4-1 598,2 3 0,1-4 0,2-2 0</inkml:trace>
  <inkml:trace contextRef="#ctx0" brushRef="#br0">8937 9313 7850,'-12'4'0,"1"0"0,-3 0 164,-1 1 1,2 1-1,-3 4 1,3-1 300,1 0 0,2 4 0,2-5 0,4 3-235,3 0 1,1 1-1,0 0-168,0 0 1,1-4 0,3-2 42,4-1 0,2 3 0,2-4-266,0-1 1,-1-3 0,1-3-33,0-1 0,4-5 0,-1 1 0,0-2-64,-2-2 0,2 0 0,1 0 0,-1 2 100,-2 2 1,-2-2-1,1 2 1,0-1 268,0 1 1,-5 1 257,1 3 1,-1 4-1,1 0-186,-4 7 1,1 3 0,-1 2-475,-2 0 0,4 0 0,-1-2 0,0-1-119,0-1 0,4-4 1,-1 3-1718,3-2 2126,0 4 0,1-8 0,0 4 0</inkml:trace>
  <inkml:trace contextRef="#ctx0" brushRef="#br0">9313 9431 8674,'-11'0'3700,"4"0"-2935,2 0-274,15 0-425,-7-5 0,11-2 0,-10-5-376,-1 1 1,2 3 0,-1 0 0,-1-1-46,-2-2 0,3 0 1,1-1-1,0 0 77,0 0 1,5 4 0,-3 1 92,4-2 0,1-1 0,-1 3 172,1 3 1,0 2-1,0 2 1,-2 2 496,-2 2 0,1-2 0,-4 6 1,1 1-85,-1 2 0,3 0 0,-3 1-320,1 0 1,-2-4 0,4 0-216,1 1 1,-2-3-1,1 1-771,1-2 1,5 3 0,2-4 0,0-2-2157,1 0 3062,1-2 0,5 0 0,1 0 0</inkml:trace>
  <inkml:trace contextRef="#ctx0" brushRef="#br0">9960 9219 7850,'-23'0'0,"0"0"0,2 0 0,2 0 202,-2 0 1,4 0 0,1 2-1,5 1 75,3 5 1,-1-1 0,5 1 0,1 1-227,2 1 0,2 2 1,3 0-1,4 0-10,2-1 1,1 1 0,-2 0 0,-1 0 31,1-1 1,1 0 0,1-2 0,-2-1 102,-1 1 0,-4-3 160,3 2 1,-4 0-1,0 3-112,-6-4 1,-3 0 0,-6-4 0,-1 1-58,-3-2 0,2 1 0,-5-1 0,2 2 29,3-1 0,1-2 1,1-1-806,0 0 1,2-1-855,2-3 0,4 1 1,8-3-465,4 1 1927,8-5 0,2 4 0,5-6 0</inkml:trace>
  <inkml:trace contextRef="#ctx0" brushRef="#br0">10478 8937 7847,'-24'0'72,"6"0"0,1 1 0,1 3 412,0 4 0,-3 8 1,3 5-1,2 4-35,1 2 0,2 7 1,2 0-1,2 4-53,2 0 0,1-3 1,4-2-1,0-3-427,0-2 0,6 0 1,0-5-1,2 0-543,0-4 0,-4 2 1,2-5-792,-1-2 235,-1-1 0,-5-6 1,-3-5 1069,-4-4 0,-2-6 0,-1-6 0,2-3 56,1-2 1,5 4 0,-4-5 0,2 0 214,2 2 0,2-3 0,1 5 0,0 2 206,0 1 1,5 1 0,3 2-1,4 1-101,3 1 1,4 4 0,4-3 0,1 2-752,-1 3 1,1 0 0,-1 2 0,1 0-145,-1 0 0,-3 0 1,-2 0-1,0 0 579,1 0 0,-6 2 0,0 1 0,-5 5 0,-3 3 0,-1 2 0,-5 1 0,-2 3 68,-1 1 1,-4 1-1,4 2 1,0-2 484,-1 2 1,4-3-1,-3 1 1,4-2-113,4-3 0,4-2 0,6-3 0,2-2-249,-2-2 1,3-1 0,0-4 0,0 0-66,0 0 1,3-4-1,-5-1 1,-2-2-31,-4-2 0,-3-5 1,-6-2-1,0 1-52,0 2 1,-2 0 0,-2-1-1,-2-3-54,-1-1 1,-3 3 0,2-2 0,-2 2-279,-2-1 1,1 0-1,2 6 1,3 1-865,1 1 0,-1 4 594,2-4 1,3 7 556,-3 1 0,3 5 0,1 7 0</inkml:trace>
  <inkml:trace contextRef="#ctx0" brushRef="#br0">10901 9478 6688,'6'-13'0,"-2"-1"0,-2-2 777,-2 1 0,4-2 1,1 1-1,1-1-335,3 0 1,-2 0 0,1 2-1,1-1-574,1 2 0,2 2 0,1 3 0,2 3-295,0 0 0,1 3 1,-4 3-1,1 0-188,2 0 1,-1 1 0,3 1 0,-2 4 614,1 0 0,5 2 0,-3 4 0</inkml:trace>
  <inkml:trace contextRef="#ctx0" brushRef="#br0">11312 9466 7826,'0'5'770,"0"-5"0,0-5 0,0-7-435,0 1 1,0-1-1,0 0 1,0 0-231,0 1 0,0-1 1,0 0-1,2 0-87,2 1 1,1-1 0,4-1-1,-1-2-40,1 0 1,1 0-1,2 6 1,0 1 17,0-1 0,-1 4 0,0 0 0,-2 1 177,-1 0 0,0 0 92,4 4 1,-5 5 0,0 3-145,-2 3 0,3 0 0,-4 1-67,-2 0 0,1-6 0,0 0-33,1-1 1,1-4-463,-1 3 0,-2-3 189,6-1 1,0-1 0,4-2 0,-2-2 58,-2-1 1,4 2 0,-2-3 0,5 1 121,-1-1 1,-1 5-1,-1-2 1,0 2 441,-1 2 1,1 0 0,0 0 158,0 0 0,-1 6 0,1 0-499,0 1 1,-4 2-1,0-4-476,1 1 0,1-2 1,2 3-1,0-2-103,0-2 1,5-2 0,2-2 0,3-2 73,2-1 0,-2-4 1,-1 3-1,-1 0 275,0 0 0,1-4 0,0 2 0,-2-1 301,-2 0 1,-2 1 0,-4-5 994,-3 0 1,1 0-813,-5 1 1,-6 4 0,-6 3 0,-2 3 501,-2 1 0,0 5 0,1 2 0,0 0-144,3 1 0,-1 0 1,5 4-1,2 0-502,0-1 1,2-3 0,0 0-204,0 1 0,2-4 1,2 1-1,4-3-259,2 1 1,2 0 0,1-4 0,1 0-286,2 0 0,1-1 0,-3-2 0,3-1-108,1 2 0,1-3 0,2-1 0,-2 0 275,2-3 1,-3 4-1,1-1 1,-1 2 337,0 0 1,-3-3 0,0 3-81,-2 1 1680,-1 2 1,-1 2-745,-3 3 0,-3-1 0,-5 4-666,0 3 1,1-5-1,2 0 1,2-1-556,1 0 0,-2 0 1,4-4-1,1 0-84,2 0 0,1 0 1,-1 0-1,1 0 12,0 0 0,0-1 0,1-2 0,1-2 538,2-2 0,1 3 0,-3-4 0,2-1 0,-2-1 0,-1-1 0,-1 1 0,0-1 0,-1-2 0,1 0 0,-1 4 0,-2 1 0,-1-1 0,-6 3 0,3-1 0,-1 1-183,0-1 0,2 4 763,-3-1 826,-1 3 0,7 2-773,-5 3 1,4 3 0,-3 3 154,1-2 1,-3-1-1,2-5-262,1 2 0,-5 2-557,3-3 0,1 0-1914,-1 5 292,0-5 0,-4 3 958,0-2 0,-2-3 0,-1 3 229,-5-2 0,1-6 0,1-2 0,-1 1 466,1 0 0,3-4 0,-7 2 0,3-5 0</inkml:trace>
  <inkml:trace contextRef="#ctx0" brushRef="#br0">12759 9149 8184,'-12'0'460,"0"0"0,1 1 0,-1 3-248,0 4 0,0-2 0,0 2 0,1 1 1,0 2 121,3 1 0,-1-1 1,5 1-1,2 0-391,0 0 1,4-5 0,2 0-66,4-2 0,6 0 0,2-2 0,-1 1-532,2-1 0,0-2 0,4-2 0,-1-2 15,1-1 1,-4-4 0,0 3-1,-2-2 639,1-2 0,4 3 0,-5-1 0,0 1 0,-2-1 0,-2 4 103,1 0 1,0 1-1,0 2 733,-1 0 0,-3 2 0,0 0-638,1 2 1,-2 4 0,1-3-821,1 2 1,-3-5 621,2 2 0,-5-2 0,2-2 0</inkml:trace>
  <inkml:trace contextRef="#ctx0" brushRef="#br0">13041 9125 7874,'-10'-15'0,"0"-1"63,3 1 0,0 2 409,-1 2 1,4 0-654,8 3 0,3 3 0,5 5 1,-1 0-608,1 0 0,4 0 788,-1 0 0,12 5 0,-3 2 0</inkml:trace>
  <inkml:trace contextRef="#ctx0" brushRef="#br0">13335 9102 7869,'-8'11'0,"0"1"0,-1 0 0,-1 0 124,-2-1 0,0 1 0,0-1 0,2-2 331,2-1 0,3 0-118,5 3 0,1-4-183,3-3 0,3-3 0,4-1 1,0-1 47,-3-3 1,1-3 0,-4-4 0,2-1 16,2 0 0,-4 0 1,0-1-1,0 0-176,3 1 0,1-6 0,1 6 0,-3 1-161,3 1 1,4 0 0,3 3 0,0 0 32,0-1 0,3 5 0,-4-1 1,3 3 110,2 1 0,0 0 0,0 1 0,-3 2 239,-1 1 1,0 5-1,-3-1 1,2 1 33,-2-1 1,-1 2-356,-1-2 0,0 2-627,0 2 1,-6-4-2072,-2 0 1835,-3-6 1,-2 4 0,-3-8 918,-4-2 0,-7-7 0,-4-8 0</inkml:trace>
  <inkml:trace contextRef="#ctx0" brushRef="#br0">13429 8866 7630,'12'-11'150,"0"-1"0,1 0 0,2 0 1,5 1 440,2-1 0,2 1 1,-2 2-1,-1 1-399,-2-1 0,-3 4 1,2 0-1,-1 1-441,-2 0 1,-6 0 0,-1 4-804,1 0 1,-4 1 1051,-1 3 0,-3 3 0,-1 5 0</inkml:trace>
  <inkml:trace contextRef="#ctx0" brushRef="#br0">14041 9043 7791,'1'-7'2672,"3"3"599,4 3-4347,2 1 1,1 1-900,-4 3 1975,-7 3 0,-1 5 0,-4-1 0</inkml:trace>
  <inkml:trace contextRef="#ctx0" brushRef="#br0">14041 9372 8387,'-4'-12'2910,"0"1"-2788,0 4-1874,4 2 1752,0 5 0,0 5 0,0 2 0</inkml:trace>
  <inkml:trace contextRef="#ctx0" brushRef="#br0">3199 11018 7782,'0'-18'0,"0"0"0,0 3 0,0 0 0,0 0 0,0 2 0,0 4 0,1 7 0,3 9 0,-3 9 0,3 9 0,-3 2 0,-1 5 0,0 3 0,0 4 0,2-6 0,0 2 2710,2-1-1574,0 0-888,1-4 1,-2 3 0,3-4 0,0-1-860,-4 1 0,0-5 0,-1-5 1,1 1-461,2-2 0,2-5 1,-2-6 1070,3-2 0,4-12 0,1-6 0</inkml:trace>
  <inkml:trace contextRef="#ctx0" brushRef="#br0">3551 10913 7904,'0'13'0,"0"2"406,0 5 1,0 2-1,0 3 1,0 2 27,0 5 0,0 0 0,0 1 0,0-3-139,0-1 1,2 2-1,0-3 1,2-2-213,-1-1 1,-2 1 0,-1 0 0,1-3-180,3 0 0,-2 1 0,3-5 0,-1 0-1473,0 1 1,0-6-1,-4 2-112,0-3 1681,0-6 0,-11-2 0,-2-5 0</inkml:trace>
  <inkml:trace contextRef="#ctx0" brushRef="#br0">3304 11383 7782,'-10'-12'202,"1"2"0,2 1 427,2 1 0,1 4-503,4-4 0,5 1 0,3 0 1,3 1 6,0 1 0,6 3 0,3-5 0,3 1-492,5-1 1,1 4 0,3-1-1,0 3-414,0 1 0,1-4 1,-2 0 772,-3 2 0,2 0 0,0 2 0</inkml:trace>
  <inkml:trace contextRef="#ctx0" brushRef="#br0">3998 11148 10360,'12'0'0,"1"0"-52,3 0 1,-2 1 0,4 2 0,1 1-458,-1-2 0,-2 5 0,2-1 0,-1 2 509,-3 0 0,-1 5 0,-1 5 0</inkml:trace>
  <inkml:trace contextRef="#ctx0" brushRef="#br0">3986 11465 8434,'12'0'863,"0"0"-812,0 0 1,3-4 0,2 0 0,2 2-538,2 1 1,1 1 0,1 0 0,-1 0 485,-2 0 0,2 0 0,-3 0 0</inkml:trace>
  <inkml:trace contextRef="#ctx0" brushRef="#br0">5139 10677 7782,'6'-5'0,"0"3"0,-5-6 233,3-1 0,-3-2 1,4-1 1174,1 1-1166,-10 4 1,6 3-167,-10 8 1,4 0 0,-3 6 0,-3 5 0,0 2 64,-2 4 1,1 6-1,-1 5 1,0 3 56,0 4 0,0 7 0,2 7 0,1 5-89,1 6 1,5-29-1,0 2 1,-2 0 0,0 0-1,2 0 1,0-1-75,0 0 1,1 0 0,-1-1-1,2-1 1,0 1 0,2-2-1,-1 31-21,0-4 1,4 1-1,1-10 1,1-3-43,4-4 0,0-3 1,0-7-1,0-3-113,-3-3 0,1 0 0,4-2 0,-2-2 15,-2-3 0,3-7 0,-3 2 1,1-3 83,-1-1 0,1 0 1,-4-1 14,1 1 1,-2-2 0,3 0 106,-2-3 1,3 1 0,-3 3 26,2-3 0,-3 2-197,4-2 1,-5-3 0,4 0-572,-2 1-99,-1-5 259,1 4 1,-2-5-1098,5 0 711,-6 0 0,4-1 887,-6-3 0,0-3 0,0-4 0</inkml:trace>
  <inkml:trace contextRef="#ctx0" brushRef="#br0">5703 10760 8166,'0'11'339,"0"1"0,0 3 0,0 2 1,0 5-1,0 1 14,0 3 0,4 5 1,0-4-1,-1 0-229,-2 2 1,3-4-1,0 4 1,-2-3-114,0-3 0,2 2 0,0-8 1,-2 0-635,0 0 1,-1-1 293,3-4 1,2-6-340,6-2 1,-5-8 0,-4-4 0,-1-2 667,-2-2 0,5-5 0,2-1 0</inkml:trace>
  <inkml:trace contextRef="#ctx0" brushRef="#br0">5715 10866 7655,'-1'-12'0,"-2"0"35,-1 0 1,-4 1 0,4-1 0,2 0 132,0 0 1,2 0 0,2 2 0,0 1-68,2 1 0,5 0 0,-1-4 0,3 2-50,1 2 0,-1-1 1,2 5-1,2 0-52,0-1 1,2 4 0,-2-3 0,0 2 112,0 2 1,2 4 0,-2 2-1,0 0-24,-2 3 1,-3 2 0,0 2 0,-4 1-64,-1 2 1,-1 3 0,-4-3 0,0-2 62,0 0 1,0-3 0,-1 1 0,-2 0-75,-1 0 1,-5-1-1,1 1 1,-2 0-40,-2 0 1,0-5 0,1 1 0,-1 0 109,0-1 0,0 2 0,1-4 25,-1 2 1,0-1 0,0 2-44,1-4 0,-1 1-101,0-1 138,6 0-269,-5-4 1,11-1 21,0-3 1,1 2 0,7-2 105,1 3 0,2 1 0,1 0 24,-1 0 1,1 0 0,1 1 0,2 3-6,0 4 0,2 1 1,-1 1-1,2-3 71,0 2 1,5-2 0,-5 1 0,2 0 81,-1-2 0,-1 1 1,3-5-1,-2 2-28,-2-1 0,-2 2 0,-3-1 1,0-1-68,0-2 0,-1-1 1,0 1 51,-3 3 0,-2-2-936,-2 1 116,-3-1 1,5-1-1507,-6 3 2234,0-3 0,0 10 0,0-5 0</inkml:trace>
  <inkml:trace contextRef="#ctx0" brushRef="#br0">6844 10701 6331,'6'-7'-68,"0"-3"0,-5 9 1,2-5 75,0 1 0,1 3 127,-4-6 1,2 5-1,0-2-9,2 0 1,0 2-1,-3-3 1,2-1 65,1 0 1,1 4 0,-2-5 223,1-1 1,1 2-20,-1-1 0,-1 2 320,4-2-544,-4 3 1,2 6-1,-5 3 1,0 4-7,0 2 1,-4 2-1,0 1 1,2 1-55,0 2 1,-1 5-1,-1-3 1,1 2-48,2-1 1,1-3-1,0 2 1,0 1-49,0-1 0,0-4 0,0 2 0,0-3-94,0-1 0,1 3 0,2 1 25,1-1 1,3-2 0,-1-2-99,0 1 1,2-1 0,4-2-65,-1-1 1,1-6-1,0 2-77,0-3 1,-4-1-1,-1 0 23,3 0 1,-4-1 0,2-2-177,1 0 0,2-7 42,0 3 1,0-4 0,-2-1-15,-1 1 1,-6 3 414,2 0 0,-2 0 0,-4-2 0,-2 2 0,3 3 0,-9-1 0,3 0 0</inkml:trace>
  <inkml:trace contextRef="#ctx0" brushRef="#br0">6879 10819 7782,'-13'3'0,"-1"1"41,-2-1 1,-4-2 0,5-1 0,0 0 329,2 0 1,5 0 0,1 0 969,-2 0-1154,3 0 0,2 0 0,8 0 0,4 0-155,3 0 0,6 0 0,2-1 0,3-2-76,2-1 1,3 1-1,2 3 1,0 0-1031,0 0 1,2-4 0,-5 0 1073,-4 1 0,2-3 0,-6-1 0</inkml:trace>
  <inkml:trace contextRef="#ctx0" brushRef="#br0">5503 11842 7782,'2'-8'-10,"0"0"226,2-1 1,0 2 673,-4-1-746,-5 6 0,2-3 1,-3 6-1,-1 3 55,1 4 1,2 2 0,-3 2-1,1 1 86,-1 3 1,5-3 0,-2 4 0,2-2-81,2 1 0,0 1 0,0-3 1,0 2-52,0-2 1,0-1 0,0-1 0,2 0-149,2 0 1,2-4 0,6-2 0,0 1-178,-1-1 1,2-3 0,3 1 0,2-3-131,1-1 0,3-5 0,-4-3 1,0-3-20,-2 0 1,-3-1-1,-1 0 1,0 0 160,-1 1 0,-4-5 0,-3 0 1,-3 1 140,-1-2 1,0 4 0,0-4 0,-1 1 88,-3 0 1,-3-3-1,-4 3 1,0 0-12,3-1 1,-6 4 0,2-1 0,-1 3-75,0 4 0,5 4 1,0-1-228,-1 3 1,0 2-177,1 3 0,3 3 0,6 4-30,3 1 1,3-2 0,5-2 0,-1-2 446,1-1 0,0-4 0,5 4 0,1-5 0</inkml:trace>
  <inkml:trace contextRef="#ctx0" brushRef="#br0">6279 11689 8698,'-11'0'604,"-1"1"0,1 3-266,4 4 0,-4 2 0,3 3 1,-1 2-66,1 0 0,-1 5 0,5-3 0,2 0-51,0 0 0,2 2 1,0-2-1,0 0-176,0 0 1,6-1-1,1-4 1,5-2-145,4-2 0,-2-1 1,5-5-1,-1 2-171,0-1 1,-2-2 0,2-2-1,0-2-20,1-1 0,-5-5 0,3 0 1,-1-3 106,-1 1 0,0-8 1,-6 7-1,-3-1 96,0 0 1,-2 2 0,-4-1 0,0 0 127,0 0 1,-6 1-1,-1-1 1,-4 0 23,-1 0 0,-1 1 0,-1-1 0,-2 1-92,2 3 0,-3-1 0,1 4 0,2 0-118,1 0 1,1 1 0,0 4-447,0 0 1,6 5 0,2 3-279,3 2 1,1 2 867,0 0 0,5 0 0,1-1 0</inkml:trace>
  <inkml:trace contextRef="#ctx0" brushRef="#br0">6961 11724 7878,'-6'0'677,"1"-1"0,5-3-484,0-4 1,4 1-1,1 0 1,1-3-184,4 0 0,-1 2 0,0 0 0,-1-1-144,1-1 1,0-2 0,0 0 0,-1 2 71,1 2 0,-2-3 0,-1 4 262,-1-4 0,3 3 170,-4 0-106,0 6 1,-4 2-1,0 8 1,0 3-23,0 5 1,0-2 0,0 6 0,0 0-32,0-2 0,1 3 1,2-4-1,1 0-6,-1 0 0,-2 2 0,-1-3 1,1-2-229,3 0 0,-3-7 0,3 1-131,-2 1 1,2-2-2059,-1 1 1,7-6 371,-3 2 1840,-1-2 0,4-2 0,-3 0 0</inkml:trace>
  <inkml:trace contextRef="#ctx0" brushRef="#br0">7314 10619 7782,'-4'-12'0,"0"0"89,1 0 1,1 1-1,0-1 594,-2 0 59,0 0-503,4 1 0,1 5-95,3 6 0,-1 6 0,4 5 0,3 2-88,0 3 0,2 2 0,1 8 1,1 3-97,2 3 1,3 9 0,-3-3-1,0 4 157,1 1 0,-3 4 1,5 5-1,-3 2-32,-1 2 0,-2 0 0,-3 2 0,0-2-36,-3 0 0,0 4 1,1-6-1,-3 0-19,0-4 1,-2-1 0,3-2 0,0-1-102,-4-3 1,-1 1 0,-1-5 0,0-1 69,0-1 1,0-3 0,0-3 0,0-3 151,0-4 0,0-1 0,0-4 0,0-2-25,0 0 0,-3-4 0,-1 3 13,1-3 0,-2-1 0,1 0-113,1-1 1,-2-3-1,0-1-287,-2-2 1,3 0-115,-3-1 1,3-3-1409,-4 3-1592,5-2 3375,-2 3 0,0-4 0,-2 4 0</inkml:trace>
  <inkml:trace contextRef="#ctx0" brushRef="#br0">8243 11065 7782,'-12'-1'0,"1"-3"0,4 3 0,3-4 0,8 5 0,4 0 0,2 0 0,4 0 0,0 0 0,3 0 0,1 0 0,3 0 0,1 0 1306,2 0 1,-1 4 0,1 0-2164,-1-2 0,5 3 0,-1 1 857,-1 0 0,-1-3 0,-1 2 0</inkml:trace>
  <inkml:trace contextRef="#ctx0" brushRef="#br0">8290 11430 7782,'-6'1'590,"3"2"0,6 1-217,5-2 0,2 0 1,3-2-1,1 0-462,2 0 0,5 0 1,-1 0-1,2 0 228,1 0 1,4 0 0,-1 0-140,0 0 0,-4 0 0,7 0 0</inkml:trace>
  <inkml:trace contextRef="#ctx0" brushRef="#br0">9760 10372 7782,'8'0'-74,"-1"-2"1,-2-2 472,-3-3 578,0 1-141,-2-4-671,0 9 1,-4-3 0,-1 6-13,-2 2 0,0 5 1,-2-1-1,2 3 20,-3 0 1,0 5 0,-2 1 0,0 1-1,1 3 1,-1 2 0,0 1 0,0 2-25,1 2 0,-1 1 1,0-2-1,2 4-10,2 3 0,-5 2 1,4 0-1,-1 3-33,0 5 1,1 1 0,0 5 0,1 4-46,-1 4 1,5-25-1,1 1 1,0-1-1,0 1 1,-1 0 0,1 0-35,0-1 1,0 0-1,1 4 1,1 1 0,-2-3-1,1 0 1,0 0-1,0-1 29,0 2 0,0 0 0,0 2 0,0-1 1,2 0-1,0-1 0,0-1 0,0 1-61,0-2 0,0 1 0,0 0 0,0-1 0,0 27 0,0-3-36,0-5 1,0 8-1,0-12 1,1 1-29,3 1 0,-1-5 0,3-5 0,0 0-19,-4-3 1,3-2-1,1 0 1,-1-2 4,0-3 0,3 2 0,-3-5 1,0 1 29,1 0 1,1-2 0,-1-3 0,-1-1 25,0 1 1,3-1 0,-3 1 0,0-1 29,1 1 0,1-1 0,-1 2 0,0 1 67,3 2 0,-2-2 0,1-5 1,0-2-57,-2 2 0,5-2 1,-5-1-1,2-1 71,0-3 0,-2-1 0,3-1 1,-2 0 0,-2 0 1,3-4-1,-3-1-100,2 3-84,-5-5 0,5 0-372,-3-5 50,-3 0 0,6 0-1173,-3 0-459,-3 0 425,9 0 1094,-8 0 1,3 1 532,-5 3 0,0-3 0,-5 10 0,-2-5 0</inkml:trace>
  <inkml:trace contextRef="#ctx0" brushRef="#br0">10289 10395 7782,'7'-5'-305,"-2"2"0,-5-4 2060,0-3-1362,0 5 0,0-1 476,0 2-625,0 2 0,-5-3-236,-3 5 1,2 1 0,-2 3 0,-1 4 61,-2 3 1,-1 0-1,1 1 1,-1 1 117,0 3 0,4-3 0,0 4 0,1 0-40,0 3 1,0-2 0,5 0-1,-2 0-66,1 1 1,2-4-1,1 4 1,0-2-198,0-3 1,4 3 0,1-1 0,0-2-118,1-1 0,3-1 0,-1 0 1,2-2-51,2-2 0,0 1 0,-1-5 0,1-1-304,0-2 1,4-1-1,-1 0 1,0 0 68,-2 0 0,-3-1 0,-1-3 1,-1-3 516,1 1 0,2-5 0,0 3 0,1-1 0,0 1 0,0-7 0,-1 2 0</inkml:trace>
  <inkml:trace contextRef="#ctx0" brushRef="#br0">10513 10607 7531,'6'-5'114,"0"3"0,-12 6 0,0 8 0,-1 1 360,3 0 0,3-1 0,1 0-342,0-1 0,1 0 0,3-2 0,4-2-50,3-2 1,0-1 0,1-4 0,0 0-142,0 0 0,3 0 0,2 0 1,0-2-51,0-2 1,-1-1-1,-4-4 1,-1 1-255,1-1 1,-1-1 0,-2-2 279,-1 0 0,-2 0 0,2 1 0,-4-1 123,-3 0 0,-2 4 0,-2 0 0,-2-1 119,-1-1 1,-2 2 0,-4 0 0,0 0 183,0 2 0,1-5-259,-1 3 1,0-1 0,2 0-716,2 1 364,-3 6 1,9-2 0,-5 8-105,2 4 0,1 2 0,5 2-1090,3 0 1461,-2-1 0,8 1 0,-3 0 0</inkml:trace>
  <inkml:trace contextRef="#ctx0" brushRef="#br0">10866 10525 7782,'-8'0'65,"0"0"493,-1 0-559,4 0 1,1 0 0,8 0 0,3 0-115,4 0 0,1 3 1,-1 1-1,2 0 41,3 2 0,-3-4 1,3 5-1,-3-1 65,-1 1 1,-1 1-1,1 3 107,0 1 0,-2 0 1,-2 0-1,-4-1 245,-3 1 0,-1 0 0,0 0 0,-1-2-67,-3-2 1,-2 2-1,-6-3 1,0 1 3,0 0 1,1-4-1,-1 2-561,0-1 0,0-1-325,1-4 0,3 0 0,1-1-456,2-3 1,2-3 1061,7-4 0,-2-1 0,3 0 0</inkml:trace>
  <inkml:trace contextRef="#ctx0" brushRef="#br0">11406 10336 7782,'0'12'0,"0"-4"0,-1-1 0,-1-1 143,-2 1 1,-7 0-1,1 5 1,-5 0 116,1 0 0,1-1 0,1 1-8,0 0 1,5 0 0,0 0 7,2-1 1,2 0-113,7-3 0,3 1 1,4-5-66,1-2 0,0 0 0,0-2 0,-1 0-120,1 0 0,4 0 0,0 0 1,-2 0-367,-1 0 0,-1 0 0,0 0 0,-1 0-343,1 0 0,-4 0 0,0 0 302,1 0 0,-4-2 1,-1-2 443,-3-4 0,5-7 0,0-3 0</inkml:trace>
  <inkml:trace contextRef="#ctx0" brushRef="#br0">11524 10383 7782,'-6'6'353,"-4"0"0,6 6 1,2 0 138,1-1 0,-3 6 0,0 3 1,1 1-199,2-1 1,1-2-1,0-4 1,0 2-180,0-2 0,1-1 0,2-1-468,1 0 1,1-2 0,-3-1-350,2-1 1,2-5 0,-2 1 194,3-3 1,0-1 0,1 0-1106,1 0 1612,-4 0 0,6-5 0,-5-2 0</inkml:trace>
  <inkml:trace contextRef="#ctx0" brushRef="#br0">11736 10348 7726,'8'-4'137,"-1"0"1,-3-1 0,3 1 0,-1-2 327,1-1 1,1-3-1,4 3-193,-1 1 0,1-4 0,0 5 0,0 0-129,-1 0 0,1-3 0,1 3-295,3-2 1,-3 5-1,3-4 1,-3 2-865,-2 0 1,-3 1-295,0 3 984,-5 0 0,1 3 0,-8 3 0,-4-1 326,-3 0 0,-2 4 0,0-1 3,2 3 1,-6-4-1,7 0 1,1-2 465,-1-2 0,-1 3 287,0 2 1,3-1-318,0 1 0,5-1-352,-1 5 1,4 0 0,4 0-137,4-1 0,3 1 0,-1 0 0,-1-2-46,-1-2 1,0 3 0,2-3 0,-1 1 100,-1-1 0,-1 2 0,2-2 0,-1 2 75,1 2 0,-3 0 0,1 0 0,-2-1 275,-2 1 0,-1 0 1,1 0 54,1-1 0,-1 0 1,-7-2-204,-4-1 1,-3-4 0,0 2 0,-1-1-208,0-2 0,-4-2 0,1-1-99,0 0 0,2 0 0,3-1 0,1-2-716,1 0 0,4-7 0,-3 3 38,2-4 1,1-1-1,4 1 1,0-2 775,0-3 0,6-2 0,0-6 0</inkml:trace>
  <inkml:trace contextRef="#ctx0" brushRef="#br0">12171 10136 10194,'5'7'-591,"-4"0"591,3-4 0,-8 4 0,-2 5 0</inkml:trace>
  <inkml:trace contextRef="#ctx0" brushRef="#br0">13088 10372 7061,'-5'6'129,"-3"-2"0,1-3 410,0-1 0,3 0 1,-4 2 377,-1 2 1,3-2-685,3 6 1,1-4 0,4 3-212,1-2 0,4-1 0,6-4 0,1 0-190,2 0 1,1 0 0,-3 0 0,2 0-103,-1 0 0,2 0 0,-2 0 0,0 0-102,-2 0 1,-6 0 0,1 0-267,1 0 0,2 0-43,1 0 0,-6-2 681,-2-2 0,3-7 0,-1-8 0</inkml:trace>
  <inkml:trace contextRef="#ctx0" brushRef="#br0">13758 10207 7889,'-11'0'450,"-1"0"1,-1 0-222,-3 0 0,3 1 0,-4 2 0,1 2 0,1 0 218,0 1 1,2 3-1,1-3-207,1 1 0,3-1 1,1-2-470,2 4 1,1 3 0,5-1-166,3-2 1,4 2-1,7-2 93,0 3 1,1-4 0,-3 1-1,1 0 65,2-1 1,1 3 0,-3-3-1,2 1 138,-1-1 0,-2 0 1,-2 2-1,1-1 168,0 1 1,0 0-1,-2 0 602,-2-1 1,1 0-120,-5 4 0,0-4 0,-5-2-208,-3-1 0,-3 1 0,-5-4 1,1 2-152,-1-1 0,0-2 0,0-1 0,2 1-316,2 3 1,-2-2 0,2 1 0,-3-1-874,0-2 0,3 0-767,0 0 0,5-2 1762,-1-1 0,8-4 0,4-5 0,8 1 0,2-1 0</inkml:trace>
  <inkml:trace contextRef="#ctx0" brushRef="#br0">13888 10466 7782,'10'12'0,"-1"-1"177,-1 1-47,-5 0 1,3-4 0,-3-1 1,1 3 1,4-4-1,-4 2 1,-1 0-353,3-2 1,-5 1 0,4-5-741,0 2 1,-2-1 959,5-7 0,-5-8 0,2-6 0</inkml:trace>
  <inkml:trace contextRef="#ctx0" brushRef="#br0">13970 10278 7782,'-4'-12'0,"-1"0"71,-2 0 0,5 4 33,-2 1-712,2 4 1,8-1 0,2 7 474,2 1 1,2 5 132,0-1 0,-1 2 0,1 2 0</inkml:trace>
  <inkml:trace contextRef="#ctx0" brushRef="#br0">14135 10478 6520,'10'11'0,"-1"0"52,-1-3 0,-4-3 1213,4-5 1,-6-2-1040,2-1 1,-2-4 0,-2-5 0,0 1-282,0-1 1,0-4 0,1-1-1,2 0-17,1 0 0,5-2 1,-2 3-1,4 1-78,1 2 1,-1 2 0,1 0 0,0 3-271,0 4 1,0 3 0,-1 1 539,1 0 1,-2 5-1,-2 3 1,-2 3 333,-1 0 0,-3 1 0,5 0 0,-1 0-284,1-1 1,-4 5-1,2-2 1,-1-2-130,0-3 1,1-1 0,-3 4-411,2 0 1,6-4-3257,-3-1 3625,4-4 0,1 2 0,-1-5 0</inkml:trace>
  <inkml:trace contextRef="#ctx0" brushRef="#br0">14723 10136 6935,'6'0'1456,"-1"2"0,-5 2-1163,0 4 0,-5 5 0,-3 1 0,-3-1-82,-5 1 0,3 5 1,-3-4-1,4 0-60,5-2 1,-3-1-1,6-1-147,2 1 1,1 0 0,2-2-9,3-2 1,2-3-1,6-5 1,0 0 11,0 0 1,-1 0 0,2 0 0,2 0-259,0 0 0,1-1 0,-3-2 0,2 0-390,0 0 0,1-2 0,-4 1-205,-1 1 1,0-3 0,-3-2 844,-4-3 0,1-2 0,-1-1 0,-2-2 0,1 4 0,0 5 0,1-3 0,-1 0 326,-3 4 0,-1 6 0,-1 7 0,-4 4 132,0 1 0,2 3 0,-3 2 0,2 2 233,2 1 1,-2-1 0,1-1-1,2-1-533,0-3 1,2-1 0,0-1 0,0 0-471,0 0 1,0-1 0,2 1-592,2 0 1,-2-5-1,6-4 1,1-1-383,2-2 1,0-2 1284,1-1 0,5-9 0,2-7 0</inkml:trace>
  <inkml:trace contextRef="#ctx0" brushRef="#br0">15075 10172 7782,'-11'0'0,"0"1"117,3 3 0,3 3 1,5 4 181,0 1 1,1-2-1,3 1 1,4-2 15,3 0 0,4 4 1,1-5-1,-2 3-90,-1 0 1,-1 1 0,0 0 0,0-2 46,-1-2 1,0 3 0,-2-5-1,-2 2-44,-2 0 1,0-2-1,-2 4-872,1-3 1,-2-3-140,-6 4 1,-2-5 0,-6 1 57,0-3 0,0-1 0,1-1 0,-1-3 725,0-4 0,0-8 0,1-3 0,-1-2 0,0 1 0,0-7 0,1 2 0</inkml:trace>
  <inkml:trace contextRef="#ctx0" brushRef="#br0">15040 10172 7782,'0'-12'81,"0"4"1,1 2 371,3 0 0,3-1 0,5 1-248,-1 0 0,2 2 1,2-3-1,0 1 0,1 1-315,1-1 0,0-1 1,3 3-1,-5 0-532,-2-2 1,3 5 0,0-3-1218,-2 3 1859,-6 1 0,3-5 0,-5-2 0</inkml:trace>
  <inkml:trace contextRef="#ctx0" brushRef="#br0">15440 10007 11571,'12'-5'-465,"-4"4"465,-1-3 0,-4-3 0,2 1 0</inkml:trace>
  <inkml:trace contextRef="#ctx0" brushRef="#br0">10313 11465 7782,'6'-1'-658,"-2"-3"966,-2-4 0,-4 3 0,-2 0-33,-3 0 1,-4 3-1,-1-2 1,1 3-1,-1 2 1,0 3 69,0 4 0,1-1 0,-1 0-173,0 3 0,4-1 0,0 1-123,-1 2 0,0 1 0,1 7 0,4-5-47,3-2 1,1-1 0,0 0-1,0 0-454,0-1 1,5-3 0,4 0 0,6 0 126,4-2 0,4 4 0,0-6 0,1-2 73,-1-1 0,5 3 1,-1 0-1,-2 0 13,-4 1 1,1-2-1,-4 5 1,1 1 339,-4 1 0,-2 1 0,-1-2 1,-2-1 333,-2 1 0,-2 2 0,-6 0-151,0 1 0,-2-2 0,-2 0 0,-4-3-63,-2 3 1,-2-4 0,1 2 0,-1 0-107,0-2 1,-2 1 0,1-5 0,2 2-717,1-1 1,3-2-465,-1-1 1,6-1 724,-2-3 0,4-2 1,4-7-1,2-2 340,1-1 0,8-10 0,-2 2 0</inkml:trace>
  <inkml:trace contextRef="#ctx0" brushRef="#br0">10607 11689 7782,'5'11'6,"3"1"0,-3-4 0,0 0 0,-1 1 76,0 2 0,0 0 0,-4 1 0,1-2-695,3-2 1,-2 3 117,2-3 0,-3-4 495,-1-4 0,5-11 0,2-7 0</inkml:trace>
  <inkml:trace contextRef="#ctx0" brushRef="#br0">10654 11630 7782,'-4'-16'0,"0"1"1,-5-1 0,2 4 0,0 0 287,-1 1 1,5 3-458,-1 0 1,4 5 0,4-1 218,4 3-50,8 1 0,-3 0 0,4 0 0</inkml:trace>
  <inkml:trace contextRef="#ctx0" brushRef="#br0">10948 11771 7782,'0'-12'20,"0"1"137,0-1 1,0-5 0,0-2-69,0 1 1,1 1 0,3 5 0,3 1-283,-1-1 0,5 1 1,-4 2-1,4 3 286,1 1 1,-1 1 0,1 4 175,0 0 0,0 1-74,-1 3 1,0 2-1,-2 6 1,-2 0-257,-2 0 1,3-1 0,-3 1-1,0 0-274,0 0 0,4-4 0,-2-1 0,1 3-425,0 0 1,0-2 759,3 0 0,6-6 0,2 4 0</inkml:trace>
  <inkml:trace contextRef="#ctx0" brushRef="#br0">11630 11359 6713,'0'-11'2895,"0"-1"-2201,0 5-440,0 2 1,-5 12 0,-3 3-129,-3 5 0,0 5 1,-2 0-1,-2 2-19,0 2 1,-5-1-1,4-1 1,3-1-51,4-1 0,0-6 1,5 2-1,0-3-107,-1-1 0,4-4 0,-2 0 30,6 1 1,3-3 0,7 1 0,1-2-250,2-2 1,5-2 0,-1-1 0,2 0-154,1 0 1,-3-4-1,-2-1 1,-1 0-180,-2-1 0,-2-3 0,-2 1 0,1-1 284,0 1 1,-4-6 0,-2 2 316,0-1 0,-2 0 0,-4 1 0,0-5 0,0-1 0</inkml:trace>
  <inkml:trace contextRef="#ctx0" brushRef="#br0">11736 11430 6943,'-7'5'-556,"2"4"1,1 4 915,0 3 1,-4 5 0,4 0 0,2 4 592,0 2 0,2 1 1,0-5-1,0 1-610,0-1 1,0-3 0,0-2 0,2-1-517,2-3 0,1-4 1,4-4-1,-1-1 281,1-2 1,5-2 0,3-2-1137,2-3 1,-4-4 0,4-6 1027,-2-2 0,4-10 0,-3 1 0</inkml:trace>
  <inkml:trace contextRef="#ctx0" brushRef="#br0">11959 11406 7782,'-6'6'77,"2"2"0,2-2 0,2 2 0,0 1 0,2 0 287,2-1 1,1 6 0,4-2-1,-1 1 19,1 0 0,0-1 1,0 0-182,-1 0 0,-4-1 0,3 1 0,-1 0 0,-1 0-154,1-1 0,-3-3 1,-3 0-1,0 1-543,0 2 1,-5-1 0,-3-1 0,-3-2-263,-5-2 1,3 3-1,-4-4 1,1-2 756,1 0 0,-1-8 0,-1-5 0,-1-8 0</inkml:trace>
  <inkml:trace contextRef="#ctx0" brushRef="#br0">11889 11477 7782,'5'-12'78,"3"1"1,6-1 0,2 0-67,-2 0 0,3 0 0,-1 2 0,-1 1 0,1 1-20,0-1 1,-1 2-1,-3 1 420,0 1-412,0 1 0,5-2 0,1 0 0</inkml:trace>
  <inkml:trace contextRef="#ctx0" brushRef="#br0">12183 11242 8235,'0'-12'595,"0"0"0,0 4 0,0 1 154,0-2 1,0 2-211,0-1 0,0 4-2142,0-4-39,0 6 0,0 6 1642,0 7 0,0 4 0,0-3 0</inkml:trace>
  <inkml:trace contextRef="#ctx0" brushRef="#br0">13629 11418 7782,'0'-12'37,"0"1"1,0-1 0,0 0 1618,0 0-1412,0 6 1,-1-1 0,-3 5 0,-4-2 30,-3 1 1,0 2 0,-1 2-95,0 3 1,0 3-1,-1 4 1,0 1-34,2 0 0,-4 4 1,7 1-1,-2 0 24,-2 0 0,6 2 1,2-2-1,2 0-325,2 0 1,0 3 0,0-3 0,2 0-277,2 0 1,2-2 0,7-4-1,3-2-245,3-1 1,4-6 0,1 2 0,3-2 119,0-2 1,4-2 0,-3-2 0,-3-3 553,-4-4 0,1-6 0,-9 4 0,4-4 0</inkml:trace>
  <inkml:trace contextRef="#ctx0" brushRef="#br0">13841 11512 7782,'-11'12'773,"3"0"0,3 0-679,5-1 1,5-4 0,3-3 0,4-3 0,4-1-100,3 0 0,2 0 1,0-1-1,-1-3-142,1-4 0,-1-2 0,0-2 1,-4 0-3,-3 0 1,-1 1 0,-2-1 148,-2 0 0,-3 4 0,-5 0 0,-1 1 93,-3 0 1,-3-2 0,-4 5 0,-1 1 152,0 2 1,-4-3 0,1 0-221,0 2 0,2 0 0,3 4 0,1 0-536,1 2 0,5 5 331,-1-1 0,4-3 1,4 1-1,4-3-874,2 1 0,6 0 1053,0-4 0,5-5 0,-3-1 0</inkml:trace>
  <inkml:trace contextRef="#ctx0" brushRef="#br0">14217 11395 7435,'-7'0'101,"7"4"1,8 1 0,4 0-84,4 0 0,-3 4 1,4-1-1,-2 3 69,1 1 0,4-1 0,-3 0 0,0-2 129,0-1 0,-2 0 0,-4 3 0,-2 1 99,-1 0 1,-6-4 0,2 0 46,-2 1 0,-4-3 0,-2 1-293,-3-2 1,-4 0 0,-1-2 0,1 1-267,-1-2 1,0 0-474,0-2 0,2-6 1,2-1-623,4-4 0,4-1 1292,4 1 0,8-6 0,6-2 0</inkml:trace>
  <inkml:trace contextRef="#ctx0" brushRef="#br0">14770 11195 7782,'6'5'0,"-3"3"0,-5 2 235,-1 2 1,-7 1-1,1 2 1,-4 2 209,-2 1 0,-5-4 0,4 2 0,2-3-43,1-1 0,5-1 0,1 1-272,2 0 0,3-4 0,6-2 0,3 0 3,4-4 0,2 3 1,1-1-1,3-1-90,2-2 1,0-1 0,3 0 0,-1 0-402,-1 0 0,-2-1 1,2-2-1,-5-1-455,-2 2 0,-1-3 1,0-1 210,0 0 0,-4-1 1,-2-2-1,-1 1 602,-2-1 0,-2-1 0,-1-2 0,0 0 0,0 0 0,0 5 0,0-1-255,0-1 1,-1 3 776,-3 2 1,-1 4 0,-4 6 0,1 4 184,-1 4 0,3 3 1,1-1-1,1 2-334,0 1 1,0 2 0,4-4 0,0 0-287,0 0 0,0-2 0,0-3 0,0 0-732,0 0 0,6-1 0,2 1 260,2 0 1,2-6 0,0-2 0,-1-2-1719,1-2 2103,5-6 0,1 0 0,6-6 0</inkml:trace>
  <inkml:trace contextRef="#ctx0" brushRef="#br0">15169 11277 7909,'-7'-4'421,"-1"0"1,5 2-158,-1 6 0,4 2 0,4 7 0,4 2 66,2 0 0,6 5 0,0-3 0,-2 0-7,-1 0 0,-1 2 1,0-2-1,0 0-138,-1 0 0,0 3 0,-2-4-173,-1-2 1,-6-1-153,2-1 1,-8-2-1,-4-2-265,-2-4 1,-6-3-1,1-1 1,0-1-725,2-3 1,1-6 0,1-7 0,-1 0 1128,0 0 0,6-4 0,2 1 0,2-2 0,2-2 0,0 5 0,0 1 0,0 1 0,0 2 0,0 2 0,2 1 250,2 1 1,2 0-1,6 2 237,0 1 1,-1 4 0,1-2 0,0 1-378,0 2 0,0 0 0,-1 1 0,1-2-480,0 1 0,0 2 0,-1 1 95,1 0 0,-4-1 275,0-3 0,0-3 0,3-5 0</inkml:trace>
  <inkml:trace contextRef="#ctx0" brushRef="#br0">15558 11077 9190,'-7'-1'4323,"3"-3"-4410,3 3 0,6-5-648,3 6 0,-3 2 735,-1 2 0,2 2 0,1 6 0</inkml:trace>
  <inkml:trace contextRef="#ctx0" brushRef="#br0">10960 12829 7782,'6'-1'467,"-2"-3"0,-3-2 1,-1-6 9,0 0 1,2 4-105,2 0 1,-3 4 793,3-3-714,-3 4-383,-1-2 0,-4 6 1,-1 3 11,-2 4 1,4-2 0,-4 2 0,2 3-67,2 3 0,-2-1 1,1 4-1,1-1-44,2-1 0,1 6 1,0-2-1,0 0 27,0 1 0,1-2 0,3 3 0,3-3-62,-1-1 0,5 3 1,-3-3-1,2 0 12,2 0 1,4-3 0,1-5-1,0-1-166,0 1 0,2-3 0,-2-2 1,0-3 135,0-1 0,3-1 0,-5-5 0,0-4 44,-2-5 1,1-4 0,-1 2 0,-2-1-29,-1-3 1,-3-1 0,-1-2 0,-1 0 12,-2 1 0,-2-4 0,-1-2 1,-1 0 6,-3 0 1,-2 2-1,-6 3 1,0 2 32,0 3 1,1-2 0,-1 5-1,-1 3 28,-3 4 0,3 2 0,-4 5 1,0-2-103,-3 1 1,2 2 0,0 2 0,0 3-485,-1 4 1,5 2 0,-2 3 0,4 2-747,5 0 1316,-4 1 0,5-4 0,-6 0 0</inkml:trace>
  <inkml:trace contextRef="#ctx0" brushRef="#br0">14393 12759 7782,'0'-12'-853,"0"4"526,0 0 1,0 4 3225,0-3-2129,0 4 1,-1-2-445,-3 5 0,-1 5 0,-4 4-136,1 6 1,5-1 0,-2 5-1,1 1-37,0-2 0,0 5 0,4-4 0,0 3-136,0 2 1,0-1 0,0 0-1,2-2-92,2-2 0,1-3 1,5 2-1,1-1-118,2-3 1,2-2-1,1-4 1,2-3-83,1 1 0,7-6 1,-3 0-1,1-7 58,-3-3 1,4-6-1,-6-1 1,-1-1 143,1-3 1,-7 0-1,1-1 1,-6 1 61,-1 0 1,1-4 0,-3 4 0,-1-3 2,-2 1 0,-5-7 0,-1 6 1,-1 1 103,-4 2 0,-4 0 0,-2 4 0,2 1-104,1 3 0,-3-1 1,-1 7-1,0 1-289,0 2 1,-2 3-1,2 1 1,0 1-893,0 3 0,0 2 1189,1 6 0,-2 0 0,-6 0 0</inkml:trace>
  <inkml:trace contextRef="#ctx0" brushRef="#br0">16969 12524 7782,'4'-8'8,"-1"0"1,7 0 0,-4-4 0,2 1 29,0-1 0,0 0 1,2 0-1,-1 1 1,-1-1 160,1 0 0,2-4-95,0 1 1,-3-1-1,0 4 101,1 0-80,-4 1 1,5-1-1,-5 0 137,1 0 0,-2 2 259,4 2-334,-5 3 1,2 10-1,-5 6 1,0 6 48,0 6 1,0 11 0,0 0 0,0 1-51,0 3 0,4-1 1,0-3-1,-2-2 12,0 1 0,2-2 0,0-7 1,0-1-284,1 1 0,-4-6 0,4-2 0,-1-3-199,0-1 1,0 0 0,-3-2-1,2-1-1101,1-1 0,0-4-21,-4 4 1,1-4 1405,3 4 0,-3-11 0,5 2 0</inkml:trace>
  <inkml:trace contextRef="#ctx0" brushRef="#br0">16828 10031 7782,'0'-12'42,"0"0"1,0 0 0,0 1-1,1 0 371,3 3 1,-2-1 0,5 4 62,-2-2 1,0 5 301,-1-2-746,3 3 0,-1 6 0,-2 3 1,-2 2-48,-2 2 0,-2 5 0,-2 2 0,-2 4 3,-1 0 1,-7 1 0,2-2 0,0-3-88,3-3 1,-1 0 0,2-3-1,-1-3 57,1 1 1,1-5 21,3 2 82,-2-5-91,-1 2 0,7-5 1,8 0-76,3 0 1,0-1 0,3-2 0,0-1-235,2 2 1,-1 0 0,-3 2 0,0 0-131,0 0 1,-1 0-1,1-1 1,0-2 467,0-1 0,-1-1 0,1 1 0,0-2 0,0-6 0</inkml:trace>
  <inkml:trace contextRef="#ctx0" brushRef="#br0">16992 10007 7782,'-5'-6'330,"-3"2"0,3 4 0,0 4 0,1 3 183,0 4 1,0 6-1,3 2 1,-2 4-116,-1 0 1,0-3 0,4-2-1,0-1-260,0-3 1,0 3-1,0-1 1,1-2-233,3 0 1,-2 1 0,3 1-302,0-2 0,-4-1 1,5-1-529,-1 0 1,-4-4 0,4-2 21,1-1 0,-4-2 0,5-7 901,-2-4 0,4-7 0,-2-4 0</inkml:trace>
  <inkml:trace contextRef="#ctx0" brushRef="#br0">17121 10031 7236,'-6'11'0,"1"1"0,-1 1 69,-1 3 0,1-2 1,3 5-1,1-1 649,2 0 1,0 0-1,2 3 1,1-2-463,5-2 1,3-2-1,0-3 1,3-1-196,1-4 0,0 3 0,4-7 0,1 0 18,-2-2 0,4-1 0,-2 0 0,2-1-369,2-3 0,-5-2 0,0-7 0,-2-2 58,-3-1 1,-1-3 0,-3 2-1,-2-1 96,-4-3 0,-3-2 0,-1 0 0,-1-2 90,-3-2 1,-2 2-1,-7-4 1,-2 2 31,0-1 1,-1 2 0,3 7 0,-2 3 103,0 3 0,-2 2 0,2 3 1,0 5-384,0 1 0,2 4 1,2 1-1,0 5-1706,3 3 1999,-2 1 0,3 5 0,-4 1 0</inkml:trace>
  <inkml:trace contextRef="#ctx0" brushRef="#br0">16628 11301 7782,'-12'0'0,"5"-2"1285,3-2 0,4 3-581,4-3 1,-1-1-581,5 1 1,1-1-1,5 2 1,2-1-1,-2 2-312,-1 0 0,4-2 1,2-1-1,0 0 40,1 0 1,-4 1 0,2 3-1,-1-2-802,-3-1 1,3 0 0,-1 3 0,-2-2 949,-1-1 0,-5 0 0,0 4 0,0-5 0,4-1 0</inkml:trace>
  <inkml:trace contextRef="#ctx0" brushRef="#br0">16992 11113 7782,'0'-7'752,"0"-3"1,1 7-436,3-5 0,3 2 0,5-4-1,-1 3 1,-3 4-215,0-1 1,0-1-113,4 1 81,-1 0-7,6-1 0,-4 3-82,3-2 0,1-1 46,-1 1 1,0 0-49,-5 4 0,1 0 50,0 0 0,-4 0-33,-1 0 0,-4 2 0,1 2-149,-3 3-2,-1 4 1,-5 1 0,-3-1-14,-2 1 1,2 0-1,0 0-84,-1 0 0,4-5 0,1 1 20,3 1 0,1-2 196,0 1 1,5 0 0,1 3-1,2 1 72,0 0 0,0 0 1,4-1 85,-1 1 0,0 0 0,-2 0 0,-3-1 1,1 1 194,0 0 1,-5 0 0,2-1-52,-3 1 1,-1 0-1,-1-2-163,-3-2 1,2 1 0,-6-3 0,-1-1-87,-2 0 1,1 0-1,0-2 1,3 1-589,-3-2 0,0 0-239,-2-2 1,4-2 0,2-2 380,1-3 1,5-4-1,5-2 428,1-3 0,2 3 0,4-4 0</inkml:trace>
  <inkml:trace contextRef="#ctx0" brushRef="#br0">17545 11042 7782,'-1'12'0,"-3"1"0,-4 2 451,-3 5 0,1 2 0,1 2 0,2-1-39,2 1 0,1-1 1,4 1-1,0-1-145,0 1 0,5-6 0,4-2-522,6-3 140,-2-1 1,9-6 0,-2-2 0,2-3-110,1-1 1,5 0 0,-1-1-1,-2-3-15,-4-4 0,0-6 0,-5-3 0,-2 0 154,-1 0 0,-6-6 1,-4 2-1,-1 0 67,-2-1 0,-2-1 0,-3 0 0,-5-1 127,-5 1 1,-2 3 0,3 2-1,-3 1 16,-1 2 0,-2 2 0,-2 3 0,1 1-192,1 1 1,6 4-1,-2-2 1,3 0-905,2 4 1,4-1-647,3-1 1617,3 3 0,6-10 0,2 5 0</inkml:trace>
  <inkml:trace contextRef="#ctx0" brushRef="#br0">17874 9713 7783,'0'-12'-862,"0"5"850,0-1 0,-1 0 0,-2-4 227,-1 0 1,0 5 204,4-1 1,-1 5 229,-3-1 0,3 2-287,-3-2 1,3 4-197,1 0 0,0 5 0,1 7 0,1-1-79,2 1 0,2 1 1,-2 2-1,3 2-49,4 1 1,-1 1-1,-1 5 1,-1 1 91,1 2 0,2 3 0,2 6 1,1 0-96,2 3 0,0 2 1,-5 3-1,1-1 41,0 2 0,0 1 1,-1 1-1,1 0-168,0 0 0,-4 0 0,-2 0 0,1 1 96,-1 3 0,-2-3 0,3 5 0,-2-2 9,-2 0 1,2 3 0,-1-1 0,0-1 7,1 0 0,-2-1 0,3-3 1,-1 1-14,-2-2 1,2 1 0,-1-7-1,-1-1-23,-2 1 1,3-2-1,0-4 1,-1-1-13,-2-2 1,-1 2-1,0-3 1,0 2 21,0-2 0,0 7 0,0-3 0,0 2-12,0-1 0,0 0 0,0 0 0,0 2 36,0 1 0,0 0 0,0-3 0,-1-1 142,-3 0 1,2 0 0,-2 2 0,3 0 34,1-2 0,-4 7 0,0-6 0,2 4-73,0 0 0,-2-2 1,0-4-1,2-1-75,1-1 1,1 3 0,0-6-1,0 0-46,0 0 1,0 2 0,0-3-1,0-2-28,0-2 0,0-1 1,-2-2-1,0-3-18,-2-1 1,0 2-1,4-3 1,-2-1 21,-1-2 1,1-2 6,-2 1 0,-1 0 1,1 0 3,2-1 1,-4-3 0,2 0 2,2 1 0,-3 2 1,1 0 8,1 1 1,-2 0 0,1 0 0,1-1-2,2 1 1,-3 0 0,0 0-33,2 0 1,0-1 0,2 1-51,0 0 1,-4 0-381,0-1-386,0-4-64,4-2 1,0-6 273,0-3 0,0-3 1,0-6 268,0-2 0,0-2 0,0-3 368,0 4 0,-5 3 0,-1 1 0</inkml:trace>
  <inkml:trace contextRef="#ctx0" brushRef="#br0">18744 11042 7825,'0'6'0,"0"-2"0,2-6-43,1-2 1,4 0 483,5 4 1,0-4 0,-1 0-1,1 1-716,0 2 0,0-3 1,1 0-1,1 2-570,2 0 1,-5 2 844,-3 0 0,-5 11 0,2 2 0</inkml:trace>
  <inkml:trace contextRef="#ctx0" brushRef="#br0">18803 11171 7757,'-9'7'1148,"5"-3"1,9-7-1136,11-1 0,3-1 0,-2 2 1,2-2-355,2-1 1,1 3-1,3-2 1,1 1-557,1 0 897,1 0 0,0-1 0,3-2 0</inkml:trace>
  <inkml:trace contextRef="#ctx0" brushRef="#br0">19732 9607 7825,'-4'8'72,"-1"0"0,-2 1 1,0 3-1,-1 2 433,0 2 0,0 9-217,-4-2 1,-3 14 0,-1 2 0,2 6-8,0 2 0,1 5 0,-1 3 0,-2 2-167,2 2 1,1 4-1,6-30 1,1 0 0,-1 2-1,-1 0-95,1 0 1,-1 1 0,-2 4 0,0 0 0,2-4-1,0 0 1,1 1 0,0-1-44,0 0 0,1 0 1,0 2-1,0 0 0,0-3 1,1-1-1,-1 0 0,1 0-10,-3 31 0,5-30 0,0-2 0,0 25 1,-1-2 50,2-2 1,0 2 0,2-12 0,0 1-113,0 0 0,0 0 0,0 0 1,0 1 99,0 2 1,2 6 0,1 0 0,4-1 5,0-1 0,3 6 0,-2-11 1,2 1 2,2 1 1,-1-4-1,-2 0 1,-2-3 113,3-2 0,0-2 0,2-4 0,-2 0 171,-2 3 1,3 3 0,-4-2 0,4-1-162,1 0 0,-5-3 1,1-4-1,1-1-82,2-3 0,-3-1 0,0-1 1,-1-2 37,0-3 1,3 0-1,-3-5 1,1 2-167,0-2 0,-2-1 1,3-1 64,-1 0 1,-4-4-143,4-1-416,0 1 378,4-1 0,-5-2-659,1-5 1,-5-1 122,1-3 1,-2-1 0,1-5 0,1 3-1234,-2-3 1956,0 0 0,-7-2 0,-2 1 0</inkml:trace>
  <inkml:trace contextRef="#ctx0" brushRef="#br0">20226 9748 7784,'0'-11'253,"0"4"0,0 1 0,-1 3 96,-3-1 0,1 0 0,-5 4-65,-1 0 1,3 5-43,-2 3 1,0 4 0,-4 2-71,0 2 1,2 0 0,1-3-1,2 1-68,2 2 1,1 1 0,4-3 0,0 3-80,0 1 0,0-3 0,0 1 0,1-3-209,3-2 1,3 1-1,5-1 1,-1-2-19,1-1 0,0-5 1,1 4-1,1-2-16,2-2 1,0-2-1,-5-1 1,1 0 128,0 0 1,0-4-1,-1-1 1,0-2 14,-3-2 0,1-2 0,-5-4 1,-2-2 90,0-1 0,2-2 1,0-3-1,-2-1 121,0 1 0,-8-5 0,0 1 1,-2 2 30,0 4 0,0 0 1,-4 6-1,1 0-24,-1 2 1,2 5 0,0 2 0,3 1-149,-3 2 0,0 2-315,-2 1 1,4 1 0,2 3-243,1 4 1,1 2 0,4 2 0,0 1 180,0 3 0,4-3 1,1 2-1,1-2 379,3-1 0,-3 0 0,9 0 0,-2-1 0</inkml:trace>
  <inkml:trace contextRef="#ctx0" brushRef="#br0">20461 9972 8741,'0'-7'-887,"0"2"0,0 4 887,0-3 0,0-3 0,0-4 0</inkml:trace>
  <inkml:trace contextRef="#ctx0" brushRef="#br0">20567 9666 7784,'0'-12'42,"0"1"0,0 3 0,1 1 139,3 2 0,-1-4 0,5 2 46,1 1 0,-3-1 0,2 5-153,1-2 1,2 0-1,1 4 1,-1 0 167,1 0 0,0 1 0,0 2-94,-1 1 0,0 5 0,-2 0 0,-3 4 28,0 3 0,1 3 0,-3-2 0,-1 2-133,-2 1 0,3 3 0,0 0 0,-1 1-236,-2-1 1,-1 1 0,0-2 0,0-1 125,0-2 1,-1-4 0,-2 2 0,-1-2-687,2 1 1,0-4 0,2-4-618,0 1 1370,-5 1 0,-1-3 0,-6-7 0,0-7 0</inkml:trace>
  <inkml:trace contextRef="#ctx0" brushRef="#br0">20590 9831 6746,'-7'-5'-350,"-1"-3"669,5 2 1,-1 0 0,8 3-1,4-1-249,2 2 0,2-1 0,1 1 1,2-2-492,0 1 1,5-2-1,-4 0 421,-2-2 0,4-1 0,1-4 0</inkml:trace>
  <inkml:trace contextRef="#ctx0" brushRef="#br0">21073 9619 7813,'-11'5'368,"2"3"0,1 3-55,-1 0 1,0 2 0,0 3-1,1 4-49,-1 2 0,4 1 1,1 1-1,2-1-92,2 1 1,0-4 0,2-2-1,0-1-203,2-3 0,5-1 0,0-1 1,4-1-165,3-4 1,1-1 0,-1-6 0,2 0-153,0 0 1,3-2-1,-4-2 1,0-3 157,0-4 1,-1-2 0,-4-1-1,-2-3 153,-2-2 0,1 1 0,-5-3 0,-1 2 16,-2-2 0,-1 2 0,0 1 1,-1 0 164,-3-1 1,-3 5 0,-5-2 0,1 3-37,-1 2 1,0-1 0,-1 1 0,0 2-65,1 1 0,-2 6 0,6-3-1458,-2-1-511,-2 5 1924,5-4 0,7 0 0,7-2 0</inkml:trace>
  <inkml:trace contextRef="#ctx0" brushRef="#br0">21390 9572 7784,'0'-12'69,"5"4"0,3 2 1,1-1 146,-1 1 1,3 3-1,-4-1 1,3 2 133,-3-2 0,8 2 1,-3 0-64,1 4 1,-4 5 0,-1 5 0,-1 1-70,0 3 0,2 2 0,-5 5 0,-1 1-79,-2-1 0,3 5 0,0-1 1,-2-1-122,0-1 0,-2 1 0,0-1 0,0-3-291,0 1 1,0-5-1,0 0 1,0-1-761,0-2 1,0-2-134,0-2 0,1 0 176,3-3 990,-3-3 0,4-10 0,-5-2 0</inkml:trace>
  <inkml:trace contextRef="#ctx0" brushRef="#br0">21472 9784 7456,'-5'-6'223,"5"-1"1,5 1 0,7 1 0,1 1-100,3 0 0,-2 0 1,5 3-1,-1-1-496,0-2 0,-2-2 1,2 4-1,-1-2 372,-3 1 0,0-3 0,-3-1 0</inkml:trace>
  <inkml:trace contextRef="#ctx0" brushRef="#br0">22390 9666 7784,'-7'1'-641,"2"2"424,0 1 0,2 0 0,-5-4 1102,-1 0 1,4-1 845,1-3-1318,3 2 0,2-3-325,3 5 1,1-1 0,4-2 0,-1-1 0,1 2-436,2 0 0,2 2 0,1 0 0,2 0-175,-2 0 1,0 0-1,1 0 1,2-1 35,1-3 1,-3 2 0,0-6 485,-2-1 0,4-2 0,2-1 0</inkml:trace>
  <inkml:trace contextRef="#ctx0" brushRef="#br0">22825 9490 8141,'-8'0'298,"1"1"1,1 3 0,1 4-32,-1 2 0,-1 2 1,1 0-1,1 1-44,0 3 1,1-2 0,4 4-1,0 0-169,0 1 1,4-5 0,1 2-1,2-3-170,2-1 0,5-6 0,2-2 0,-2-3 60,-1-1 0,3 0 1,0 0-1,-2-1-226,-1-3 1,-1-6 0,-2-6 0,-1 2 95,-1 1 1,-5-3 0,1-1-1,-3 0 212,-1 0 1,-1 1-1,-2 3 1,-2-1 144,-2-2 0,0 0 0,-5 5 0,0 0 11,0 3 1,1-1 0,0 4 0,2 0-62,1 0 1,0 1-331,-4 4 0,2 1 0,2 3-525,4 4 1,3 6 0,1 2-605,0-2 1338,5-1 0,2-1 0,4 0 0</inkml:trace>
  <inkml:trace contextRef="#ctx0" brushRef="#br0">23048 9701 7738,'0'7'1737,"0"-2"-2271,0-5-781,0-5 1,0-2 1314,0-4 0,5-6 0,2-2 0</inkml:trace>
  <inkml:trace contextRef="#ctx0" brushRef="#br0">23072 9537 7784,'8'-11'-32,"-2"2"0,1 3 292,-1 0 1,2-3 0,4 3 86,-1-1 1,-3 2 0,0 5-102,1 0 0,2 1 1,-1 3-1,-1 4 192,-1 2 1,-4 6 0,4 1 0,0 0-192,-2 0 0,1 3 0,-5-3 1,2 0-447,-1 0 0,0 2 1,-1-3-1,2-2-294,-1-1 1,-2-1-1,-1 1 1,-1 0-444,-3-1 0,3 2 0,-5-7 936,1-1 0,-1 0 0,-6-8 0,0-2 0,4-2 0,0-6 0,1 0 0,0 1 0,-2-1 0,4 0 0,-1 0 0,1 1 0,-3 3 0,4 0-207,2-1 0,0 2 0,2-1 283,0-1 0,2 3 97,2-2 0,2 4 0,6-3 0,0 2-197,0 3 1,-1-4 0,2 2 0,2 1-191,0-3 0,5 4 1,-3-5-1,0 1 214,0-1 0,9-1 0,-1-3 0</inkml:trace>
  <inkml:trace contextRef="#ctx0" brushRef="#br0">23530 9501 8017,'-11'0'245,"-1"0"0,0 6 0,0 2 0,0 2 161,1 2 1,3 3 0,1 1-1,2-2-224,3 0 0,0-3 0,2 1 0,2 0-116,1 0 0,4-5 0,5 0 0,-1-1-88,1 1 1,4-4 0,1 1-1,0-3-116,0-1 0,2-1 0,-3-3 0,-1-3 71,-2 1 1,-2-5 0,1 3 0,-1-2 174,-4-2 0,-1 0 0,-6 1 0,0-1 60,0 0 1,-2 0 0,-2 1 0,-2-1-61,-1 0 0,-3 0 0,2 0 0,-2 1-95,-2-1 0,0 4 0,0 2-845,1 0 0,3 2 356,0 4 1,5 2 0,-1 2-337,3 4 0,1 2 1,1 0 811,3-2 0,3 3 0,5-5 0</inkml:trace>
  <inkml:trace contextRef="#ctx0" brushRef="#br0">23765 9419 7282,'2'-10'-505,"0"1"0,4 1 1258,0-1 0,-2 3 1,4 2-231,1 3 0,-2 1 0,0 0-192,3 0 1,-1 9-1,0 3 1,-1 2-48,1 3 1,-3-2-1,1 4 1,-2 1-171,-2-2 1,2 3-1,-1-4 1,-1 0-432,-2 0 1,-1 3-1,0-5 1,0 0-270,0-2 1,0-1 0,0-1 0,0 1-132,0 0 0,-4-4 0,-1-2 0,-2-1 717,-2-2 0,-1-3 0,-2-4 0,0-4 0,0-2 0,1-2 0</inkml:trace>
  <inkml:trace contextRef="#ctx0" brushRef="#br0">23777 9596 6948,'12'0'0,"0"0"76,0 0 1,-1 0 0,1-2-1,0 0 216,0-2 0,3 0 0,1 2 0,-2 0-292,-1-2 0,4-5 0,2 2 0</inkml:trace>
  <inkml:trace contextRef="#ctx0" brushRef="#br0">20050 10819 7784,'-8'3'14,"0"1"1,1 2 0,-2-2 158,1 3 1,1 4-1,-5 1 1,1-1-1,2 2 1,3 3-1,-1 2 1,2 2 609,0 0 0,-1-2-672,2 1 1,3 4 0,-3-5 0,4 0 78,4-2-175,-3 2 0,10-5 1,-3 2-55,2-6 0,3 0 0,3-5 0,2-2-555,1 0 494,8-7 0,-7-3-481,7-8 248,-2-2 212,-7-6 0,3 1-4,-5-1 0,-2 5 171,-6-1 1,-2 0-1,-3-2 154,1 3 0,0-4 1,-5 5-19,-3 0 1,-3-3-137,-5 5 1,-3 1 0,-2 3 308,-2 0-290,5 5 1,-8-2-27,2 5 1,2 0-225,-2 4 250,6 0-251,-8 0 1,9 6-307,-3 2 0,4-2 0,3 2-776,1 1 0,6 5 1268,-2 2 0,13 0 0,4-4 0</inkml:trace>
  <inkml:trace contextRef="#ctx0" brushRef="#br0">20391 11077 9923,'-7'0'-474,"2"0"0,5-1-340,0-3 0,1 1 0,2-4 814,1-3 0,5 0 0,-3-2 0</inkml:trace>
  <inkml:trace contextRef="#ctx0" brushRef="#br0">20438 10819 7241,'4'-12'0,"1"0"0,1 0 418,3 0 1,2 1-1,1 0 1,-1 3-85,1 5 1,0-3-1,0 2 1,1 3-12,2 4 1,-2 5 0,3 6-1,-4 3-155,-4 1 0,2 2 1,-3 3-1,1 1-156,-1-1 1,-4 0 0,2-1 0,-1-1 127,0 0 0,0 3 1,-4-4-1,0 1-270,0-2 1,0 2 0,0-5-1,0-2-711,0 0 1,-1-3 0,-2 1 61,-1 0 0,-5-6 0,1-3 779,-2-6 0,2-3 0,0-6 0,0-1 0,2-3 0,-3 2 0,3-4 0,0-1 0,-3 1 0,3 8 0,2-2 0,3 1-139,1 1 1,-4-2 566,0 0 1,0 5-1,6-1-236,2-1 0,2 2 0,7 0 0,2 2-531,0 3 1,6-4 0,-1 1 0,2-1 261,2-3 77,-1 3 0,6-4 0,1 3 0</inkml:trace>
  <inkml:trace contextRef="#ctx0" brushRef="#br0">21037 10819 7784,'-11'11'172,"-1"1"0,-1 0 0,-2 0 311,0-1 0,-1 5 0,4 0 0,0-2 27,1-1 1,4-1 0,3 0 0,3-1-334,1 1 0,0-4 0,1-1 0,3-2-43,4-3 0,4 0 1,3-2-1,4 0-440,-1 0 0,3-2 0,-5-2 0,-1-2 10,2-1 1,-4-3 0,2 2 0,-5-2 87,-2-2 1,-5 0-1,1 0 145,-3 1 1,-1-1-1,-1 0 1,-3 0 86,-4 1 0,-3-1 1,0 0-1,-2 2 75,-3 2 0,3 3 1,-3 5-1,3 0-1583,1 0-1271,1 0 2755,4 5 0,7-4 0,7 4 0</inkml:trace>
  <inkml:trace contextRef="#ctx0" brushRef="#br0">21331 10748 7784,'19'-12'-525,"-4"2"0,-2 1 881,-1 1 0,1 4 1,2-3-1,0 2 488,0 2 0,2 2 0,-2 2 0,0 3-145,-2 4 1,-2 3 0,1 2 0,-1 1-301,-4 2 0,4 3 0,-5-2 1,2 0-335,0 0 0,-5 3 1,2-3-1,-1 1-188,0 3 1,0-3 0,-4 2-1,0 0-795,0-2 1,0 3-1,0-5 1,0-1-677,0 2 1,-4-4 0,-1 3 1593,-2-3 0,1-5 0,-2 0 0,-8-6 0,3 4 0</inkml:trace>
  <inkml:trace contextRef="#ctx0" brushRef="#br0">21425 10983 7870,'-11'0'1028,"5"-5"-795,6-3 0,6 2 0,7-1 0,1 0-161,2 1 0,5 2 1,0-3-1,3 1-423,4-1 0,3 0 351,-3-5 0,4 0 0,-2 0 0</inkml:trace>
  <inkml:trace contextRef="#ctx0" brushRef="#br0">22625 10666 8062,'-5'-6'706,"-3"6"0,-3 7-275,0 3 1,3 6-162,0 0 1,0 3-1,-4 0 1,2 0 37,2 2 0,-1 4 0,5-7 0,1 2-261,2-1 0,1-4 0,0 1 0,0-3-106,0-2 0,7 0 0,3-2 1,6-3-107,2 0 1,2-2 0,3-4 0,-1-2-178,-2-2 0,2-6 0,-4-7 0,2 0 131,0 0 1,-10-3 0,2 3 0,-3 0 191,-3 0 1,0-3 0,-6 1 0,0 0 27,0-1 1,-6 4 0,-1-2 0,-4 1 178,-1 3 1,1 1 0,-2 1-1,-2 1-53,0 4 0,-1 1 0,4 6 0,0 0-766,1 0 0,-1 2 43,0 2 1,6 2-1,2 6 1,2 0 587,2-1 0,6 0 0,1-3 0,4 7 0,1-2 0</inkml:trace>
  <inkml:trace contextRef="#ctx0" brushRef="#br0">23025 10889 9160,'-6'-6'3061,"5"-1"-2541,-3 3-2024,3 3-557,1-10 1,0 9 2060,0-6 0,0 0 0,0-4 0</inkml:trace>
  <inkml:trace contextRef="#ctx0" brushRef="#br0">23001 10666 7784,'5'-12'42,"-3"4"1,3 0 184,0-1 1,2-1 0,4-1 128,1 3 0,0 3 0,0 4 1,-1-2 104,1-1 0,4 2 0,0 6 0,-2 5-26,-1 5 0,3 0 1,-1 6-1,0 1-172,-2 1 1,-1 6-1,-2-1 1,-2-1-176,-4-1 1,-2-1-1,1-1 1,1 1-798,-1-1 0,-3 1 0,-3-2 0,-2-3-626,-2-3 1,-1 1-1,-3-3 795,-1-3 0,0-5 0,0-6 0,2-1 540,2-3 0,-8-8 0,3-6 0</inkml:trace>
  <inkml:trace contextRef="#ctx0" brushRef="#br0">23107 10854 7784,'0'-12'134,"0"0"1,1 6 0,2 1-1,2 1 189,2 0 1,0-2 0,7 4 0,0-2-547,2 1 0,1-2 1,-2 1-1,4 0-325,-1-1 0,4 2 0,-2-3 0,1-1 548,-2 1 0,3 2 0,-2-4 0,2 0 0,2 2 0,-5-5 0,0 5 0,-2-2 0,-3 0 0,-1 1 0,-3-2 0,-2 1 399,-2 6 0,-16 3 0,-1 10 170,-2 3 1,1 6-1,3-3 1,1 0-185,-1 0 1,3-2 0,3-2-1,1 2-9,2 0 1,0-3-1,2-4 1,1 0-264,5-2 0,3 3 0,2-5 0,1-1-224,2-2 0,1-1 1,-3-1-1,2-2-22,-2-1 1,-1-7 0,-2 2 0,-2-1 31,-1 0 0,-6 0 1,2-4-1,-2 0 112,-2-2 1,0 1-1,-2 3 1,0 0 2,-2 0 0,-8-3 1,3-1-1,0 3-139,-2 4 0,1 0 1,-2 4-750,0-2-1400,1 4 0,5-2 2274,6 5 0,6 0 0,5 0 0</inkml:trace>
  <inkml:trace contextRef="#ctx0" brushRef="#br0">23671 10607 7784,'16'-5'6,"0"-3"0,-1-3 1,-2 0 213,3-1 1,-3 4-1,4 1 1,-1 1-1,0 1 133,-2-1 0,-1 3 1,-1 3-1,0 1 362,-1 3 0,1 2 1,0 7-1,0 2-371,-1 0 0,-4 6 0,-2-1 0,-1 2-193,0 2 0,0-1 1,-4 1-1,0-1-73,0 1 0,0-2 0,0-1 1,0-3-631,0-1 0,0-1 0,-1-4 0,-2-1-1093,-1 1 0,-1 0 0,1-2 1114,-4-2 1,-2-3 0,-2-5-1,0 0 531,0 0 0,2-5 0,1-3 0,1-3 0,-1-5 0,0 3 0,-1-3-62,3 3 1,3 1 0,-3 1 367,2-1 1,1 0-1,4 0 1060,0 0 0,1 5-994,3-1 1,3 1 0,5-1 0,-1 3-533,1 0 1,1 4 0,1-5 0,3 3-951,2-1 0,-4 0 0,5 4 1110,1 0 0,1-6 0,2 0 0</inkml:trace>
  <inkml:trace contextRef="#ctx0" brushRef="#br0">24600 9302 7789,'6'-7'289,"-5"2"0,4 6 0,-6 3 168,-3 4 1,1 4-307,-5 3 1,-1 4 0,-5 3 0,-2-1 0,2-3 66,1-1 1,2 3 0,2-3 0,3 0 39,0 0 1,3-2 0,3-3-35,0 0 1,5 0 0,3-2-371,2-2 0,6-2 1,-1-3-1,0 1-634,-2-2 0,3 0 1,1-2-1,0 0-1604,-1 0 2384,0-5 0,1-7 0,1-6 0</inkml:trace>
  <inkml:trace contextRef="#ctx0" brushRef="#br0">24718 9443 8054,'-12'11'383,"4"1"1,2 1 0,-1 3-33,1 4 1,3 2 0,-2 1 0,1-1 84,0-2 1,0 2 0,4-3 0,0 0-511,0 1 1,0-6 0,1 3-614,3 0 1,7-4 0,5 2 0,-1-6 686,2-5 0,1-8 0,6-3 0</inkml:trace>
  <inkml:trace contextRef="#ctx0" brushRef="#br0">24941 9490 8074,'-9'4'0,"-1"1"0,-3 1 375,0 4 0,4 0 0,1 2 0,0 0-69,1-1 0,2 5 0,5 0 0,0-2-153,0-1 0,9-5 1,6-2-1,4 0-200,6-4 0,6 0 0,1-4 1,0-2-160,0-3 0,3-4 1,-6-2-1,-4-1 120,-2-2 1,-10-1 0,-2 3 0,-5-3 93,-3-2 1,-8 5 0,-7-3 0,-6 1-15,-5 1 1,4-1 0,-1 5-1,1 2-150,0 1 0,-2 6 1,6-2-1,0 4-482,2 4 1,1 6-1,1 7 638,-1 2 0,0-5 0,0 3 0</inkml:trace>
  <inkml:trace contextRef="#ctx0" brushRef="#br0">24318 10748 7789,'-6'5'0,"-5"-4"243,3 3 744,3-2 1,-4-4-133,5-2-564,0 3 1,8-5 0,1 3-145,2-1 0,1 0 0,3 4 0,1 0-175,0 0 0,4-4 0,1 0 0,0 2-2184,0 0 1,3 1 2211,0-3 0,-3-2 0,0-6 0</inkml:trace>
  <inkml:trace contextRef="#ctx0" brushRef="#br0">24624 10572 8025,'1'-11'0,"3"2"346,4 1 1,-2 6 0,2-4-1,1 2 175,2 0 0,-3 1 0,0 3-52,1 0 0,-3 0-414,2 0 0,-5 1-594,1 3 1,-4 1 0,-3 4-347,-1-1 0,0 0 460,4 4 0,5-1 0,3 0 230,3-3 1,-1-2 0,-1-3-1,-2 2 417,-2 2 0,0-1 0,-2 3 0,1-1 89,-2 1 1,0-2 0,-4 1-41,-1 1 0,-4 0 0,-3 0 0,0-2 409,3-2 0,-1 0-1779,-4-1 1099,5-3 0,2 4 0</inkml:trace>
  <inkml:trace contextRef="#ctx0" brushRef="#br0">24988 10583 8102,'-5'11'0,"-1"-1"0,-2 1 338,0 2 0,5 1 1,-1-1-1,3 2-44,1 0 1,0 1 0,3-4 0,3-2-100,6-2 1,8 1-1,-1-5 1,3-1-161,2-2 1,9-2 0,1-3 0,-2-3-78,-3 1 1,-5-5 0,-4 3 0,-3-2 47,-3-2 1,-1-1 0,-10-1 0,-1-2 89,-5 2 1,-3-3-1,-7 0 1,-3 0 131,-4 0 0,-3-3 0,-3 4 1,-2 2-246,2 1 1,5 1-1,3 2 1,1 2-688,3 4 0,0 3 0,3 2 1,-1 3-1092,0 4 1795,6 7 0,-5 4 0,5 4 0</inkml:trace>
  <inkml:trace contextRef="#ctx0" brushRef="#br0">20979 12218 7789,'6'0'430,"-1"1"-148,-5 3 1,-5 3 0,-1 6 0,-2 1 93,0 2 1,1 9 0,-1-1-1,3 4-84,0 1 1,4-2 0,-3-3 0,4-2-174,4-3 0,4-2 1,7-5-1,5-1-72,2-4 0,2-1 0,-1-9 0,1-4-219,-1-4 0,1-9 0,-1 1 0,-1-4-225,-2 0 1,0-1 0,-7 1 0,-4-1 346,-3 1 1,-2-1-1,-4 1 1,-1 0 48,-3 4 1,-3-2 0,-6 4 0,-2 0-15,-5 0 1,2 3 0,-2 4-1,1 4-44,0 1 0,-3 1 0,4 5 0,0 3-216,2 4 1,0 2-1,3 2 1,4 0-989,2 0 1263,4-1 0,13 1 0,3 0 0</inkml:trace>
  <inkml:trace contextRef="#ctx0" brushRef="#br0">22660 12077 7789,'-18'6'397,"-4"3"1,1-3 0,-3 0 190,1 3 1,-6 6 0,8 2 0,1 0-216,2 0 0,4-2 1,6-2-1,4 2-200,3 0 1,6 0-1,4-6 1,5-2-210,6-2 0,7-1 0,5-4 1,2 0-177,1 0 1,6-9 0,2-3-1,1-3 144,-1-2 1,-2 3 0,-7-6-1,-4 1 81,-7 1 0,-2 1 0,-8 5 0,-4 0-9,-2 0 1,-4 1 0,-9-1 0,-5 0-92,-8 0 1,-4 4 0,-5 2 0,-2-1-498,0 1 1,3 3-1,6-1-2746,1 3 3330,11 6 0,4 2 0,11 4 0</inkml:trace>
  <inkml:trace contextRef="#ctx0" brushRef="#br0">24530 11983 8790,'-12'-2'768,"0"-2"1,7 3 0,5-3-652,7 3 1,3 1 0,3-1-1,1-2-4,2-1 1,5-6 0,0-1 0,4-4 97,2-4 1,1 4-1,-5-4 1,-1 2-61,-2 3 0,1 1 0,-5 1 0,-2 2-173,-1 2 0,-5-1 547,0 5 0,-6 1 1,2 7-263,-2 4 1,-6 8 0,-2 3 0,1 5-190,0 3 0,1-2 1,4 4-1,0-3-576,0-3 1,0 2 0,0-8 0,1 0-711,3 0 0,-2-1 0,3-6-1754,0-2 2966,2-3 0,4-5 0,1 0 0</inkml:trace>
  <inkml:trace contextRef="#ctx0" brushRef="#br0">25177 9172 7789,'0'-8'0,"0"1"0,0-3 510,0 0-252,0-2 0,1 6 0,3 2 0,4 2 1,3 4 51,5 2 0,-2 3 0,6 9-207,1 4 0,0 7 0,-2 7 0,-3 5 639,-3 4-742,4 16 0,-14-4 0,-1-20 0,0 1 0</inkml:trace>
  <inkml:trace contextRef="#ctx0" brushRef="#br0">24965 12371 7789,'6'-2'0,"0"0"0,-1-3 802,3-2 1,2-5-484,2-3 1,5-5 0,3 2-1,2-3-94,1-4-360,1-12 1,-2 9 0,-1-12-23,-2-1 1,-3-4 0,4-4-1,1-4 106,1-2 1,-10 23 0,-1-1 0,2 2 0,-1-1 50,3-1 0,-2-2 0,-5-2 0,-2-1 0,2-1 0,0 1 0</inkml:trace>
  <inkml:trace contextRef="#ctx0" brushRef="#br0">3116 14629 7147,'-10'-2'240,"2"-2"0,1 2 0,5-6 113,-2-1 1,0-2-68,4-1 1,4 1-35,0-1 1,5 5 0,-1 2 13,2 0 1,2 4-1,0-2 1,-1 6-32,1 5 0,0 6 0,0 4 0,0 2-12,-1 1 0,1 7 0,0-3 0,0 3-89,-1 0 0,5 4 1,0-5-1,-2-1-263,-1-1 0,-1-3 1,0-1-1,-1-2-176,1-2 1,0-3 0,1-6 0,1-4-617,2-3 0,0-2 0,-5-5 921,1-5 0,0-11 0,0-9 0</inkml:trace>
  <inkml:trace contextRef="#ctx0" brushRef="#br0">3493 14629 7819,'-2'11'93,"-2"1"1,-6 1-1,-6 1 269,2 2 0,-3 5 0,0-1 1,-1 2-1,-2 1 63,2 1 0,-5 3 0,4 1 0,-2-3-267,1-4 1,3-1 0,6-3 0,0 0-520,3 0 0,-1-1 0,5-4-98,2 0 0,2-6 1,4-2-377,3-3 1,0-2 0,-1-4-1,0-6 835,-4-3 0,5-12 0,-1 1 0</inkml:trace>
  <inkml:trace contextRef="#ctx0" brushRef="#br0">3445 14299 7789,'7'2'498,"-4"1"-275,-6 5 1,2 3 0,-3 1 0,2-1-295,2 1 0,0 0 0,0 0 1,0-1-470,0 1 0,0 4 0,2-1 0,0 0 540,2-2 0,5 4 0,-2 1 0</inkml:trace>
  <inkml:trace contextRef="#ctx0" brushRef="#br0">3810 14699 7655,'5'5'123,"3"-3"78,3-5 0,4-1 0,2 3 0,0-2-303,0-1 0,0 0 0,-2 4 0,0 0-706,0 0 1,-2 0 807,-2 0 0,1-5 0,0-1 0</inkml:trace>
  <inkml:trace contextRef="#ctx0" brushRef="#br0">3845 14934 7789,'-5'7'600,"4"-2"1,2-5-1,10 0-476,3 0 0,3 0 0,-1 0 0,3 0-592,3 0 1,2-1-1,-1-2 1,1-1-1429,-1 2 1896,1-5 0,5 6 0,1-4 0</inkml:trace>
  <inkml:trace contextRef="#ctx0" brushRef="#br0">4927 14299 7724,'7'-11'-212,"-2"-1"1,-1 0-1,0 0 1,0 0 472,1 1 94,-4-1 0,6 1 0,-5 5 0,2 7-88,-1 10 0,2 10 0,-1 9 0,0 2 857,1 5 1,-4 6-788,3 0 0,2 2 0,-2-1 0,-2-1-164,-1 2 1,3-6-1,0-1 1,-1-4-235,-2-2 1,-1 4-1,0-8 1,0 1-338,0 0 0,0-2 0,0-3 0,0-2-583,0-2 0,4-3 1,1-6 304,2 1 1,1-5-1,3-5 1,1-4 675,0-6 0,0-13 0,5-4 0,1-10 0</inkml:trace>
  <inkml:trace contextRef="#ctx0" brushRef="#br0">5303 14323 7724,'7'5'457,"-3"4"1,-2 6-52,2 4 1,-2 7 0,2 4-1,-3 2 61,-1 0 0,0 9 1,0-7-1,0-2-349,0-3 0,0 0 0,0-2 0,0 0-156,0-3 0,0 0 1,0-2-1,0-2-393,0-5 0,0 2 0,0-1 0,0-2-589,0-1 0,-1-1 0,-3 0 452,-4 0 1,1-6-1,0-2 568,-3-2 0,0-4 0,-2-2 0,-5-2 0,-1-6 0</inkml:trace>
  <inkml:trace contextRef="#ctx0" brushRef="#br0">5056 14723 7724,'-13'-2'0,"-1"0"313,-2-2 0,1-4 1,3 3 337,0-2 0,0 1 384,1-2 1,4 1-579,3 3 0,8 3 0,4-3 0,2 3-726,2 1 0,5 0 0,3 0 0,3 0 134,5 0 0,-2 0 0,5 0 0,2 0-1245,1 0 0,1-4 1380,0 0 0,1-5 0,-1 2 0</inkml:trace>
  <inkml:trace contextRef="#ctx0" brushRef="#br0">5715 14617 7789,'7'-12'-214,"3"5"0,-3 2 0,0 1 21,1 0 0,0 0 1,4 6-1,-2 2 0,-1 4 1,-1 2 192,1 2 0,2 3 1069,1 1 1,3 4 0,1-5-1,-2 0-459,-1-2 0,3 3 0,1-1 0,0-2-591,0-4 0,3 2 0,-5-3 0,1 1-299,1-1 1,-4 1 0,3-4 0,-3 0-644,-1 1 1,-1 1 0,1-3-393,0-1 1,-2-3 1314,-2-4 0,3-3 0,-5-4 0</inkml:trace>
  <inkml:trace contextRef="#ctx0" brushRef="#br0">6080 14593 7789,'-17'12'0,"-3"0"0,-1 0 533,1-1 1,-2 5-1,3 1 1,-4 1 74,0 3 0,3 1 1,2 2-1,1-2-191,3-2 1,-2 1 0,3-4 0,2 0-716,1 0 0,3-2 0,1-3-3489,1 0 3261,1 0 0,4-7 0,0-7 526,0-8 0,0-7 0,0-7 0</inkml:trace>
  <inkml:trace contextRef="#ctx0" brushRef="#br0">5739 14476 7789,'5'-12'62,"-4"0"1,4 0 289,1 1 0,-1-1 0,4 1 0,-1 4 22,1 3 1,-3 2 0,2 1-1,1-2 85,2-1 0,1 2-85,-1 6 1,1 2-184,0 6 0,-2 0 1,-1-2-152,-1-2 0,0 1 0,4-5 0,0 0-137,-1 1 0,1-3 0,0 2 0,0-3-296,-1-1 0,5-4 0,0-1 0,0-2 56,0-2 0,-2 0 1,1 0-1,-2 1-249,-1-1 1,0-2 0,0 1-1,-2 1-1007,-2 1 1593,2 5 0,-3-7 0,5 3 0</inkml:trace>
  <inkml:trace contextRef="#ctx0" brushRef="#br0">6926 14464 7789,'0'-8'469,"0"0"1,2 6 0,1-2 0,5 2 1417,3 2-1772,0 0 1,1 0 0,0 0 0,0 0-260,0 0 1,3 0 0,1 0-1,-2 0-142,-1 0 0,-1 2 0,0 2 0,-2 3 286,-2 4 0,3 6 0,-5 1 0</inkml:trace>
  <inkml:trace contextRef="#ctx0" brushRef="#br0">6961 14746 7789,'-6'0'323,"2"0"0,8 0 659,4 0 1,6 0 0,3 0 0,1 0-1139,3 0 0,2 0 1,1 0-1,3 0-277,0 0 1,0 0 0,-2 1-1,0 2 433,-1 1 0,7 5 0,-6-2 0</inkml:trace>
  <inkml:trace contextRef="#ctx0" brushRef="#br0">8290 14146 7789,'7'-11'125,"-3"-1"0,-2 4 904,2 0-498,-2 6 0,-5 9-269,-5 9 1,-5 9-159,5-2 0,-1 6 0,0 9 0,1 3 227,-1 2 0,2 13 1,1-3-1,-1 5-163,1 3 1,4-26 0,0 1-1,-1 0 1,-1 0 0,1 1-1,0 0-51,-1 1 0,1 0 0,2 2 0,0 1 0,-1-2 0,0-1 1,1-1-1,0-1-35,2 0 1,-2-1 0,0 2-1,-1 0 1,-1-2 0,2-2 0,-1 1-1,1-1-86,0 32 1,1 2 0,1-4-1,2-3-143,1-4 0,3 0 0,-1-5 0,0-3-25,3-3 0,2 1 0,0-5 0,1 2 102,0 1 0,0-4 0,0 2 0,1-4 9,2 0 0,-2 2 1,3-2-1,-3-3-19,-1-1 1,1-1 0,1-7 0,2 2-10,-2-2 0,-1-2 0,-1-1 1,0-4-16,0-3 0,-2-3 1,-1-1-1,-1-2-70,1-2 0,-4-1 0,1-5-599,-1 2 188,-4 0 1,4-5 0,-5-3-275,0-4 1,0-4 0,0-2 858,0-2 0,6-5 0,0 3 0</inkml:trace>
  <inkml:trace contextRef="#ctx0" brushRef="#br0">8972 14276 7789,'-11'0'0,"-1"1"0,0 3 0,0 4 0,1 4 0,0 3 0,3 5 0,-2 3 0,2 3 0,-3 3 0,1 0 44,2 0 0,3-1 1,5-3 589,0-1 1,0 1 0,1-10 0,2 0-246,1-2 1,5-3-1,0-2 1,4-4-605,3-3 1,3-1 0,-2-1 0,2-3 123,2-4 0,-4-7 0,0-5 1,-3-1-211,-2 1 1,1-4 0,-9 3 0,0 0 136,1-1 1,-4 3-1,2 1 1,-6 1 281,-5 3 0,-2-3 1,-2 1-1,0 2-103,1 1 1,-5-2 0,0 2-1,1 3-66,-2-1 1,4 2-1,-3 1 1,3 4-23,1 3 1,0 2 0,0 3 0,2 4-373,2 3 0,2 4 0,3 2 1,-1 1 444,2 3 0,0 2 0,2 0 0</inkml:trace>
  <inkml:trace contextRef="#ctx0" brushRef="#br0">9137 14629 8203,'-1'6'942,"-3"-2"1,1-3-2031,-5-1-232,6 0 0,2-5 1320,7-3 0,4-2 0,1-2 0</inkml:trace>
  <inkml:trace contextRef="#ctx0" brushRef="#br0">9231 14335 7789,'5'-8'0,"2"0"0,1 0 46,-1 1 0,-3-2 0,4 5 0,1 2 0,2 1 334,1 1 0,-1 0 0,1 1 0,0 3 97,0 4 0,2 6 0,-1 3 0,-2 1-210,-1 3 1,-1 1 0,-1 3 0,-4 1-325,-3 2 0,3-1 0,0-3 0,-1-1-140,-2 1 0,-5-1 1,0 1-1,0-2-731,-1-2 1,2 0-1,-3-4 1,-1-3 295,1-4 1,-2-3-1,-4-6 632,0 0 0,1-2 0,-1-2 0,0-2 0,0-1 0,1-3 0,-1 2 0,0-2 0,0-2 0,2 0 0,1 0 0,2 1 364,2-1 1,1 0 0,4 0 47,0 0 1,5 2 0,4 1 0,4 2-587,3 2 1,5 0 0,-1 2 0,2-2-586,1-1 0,1 2 759,-1-4 0,6 0 0,1-4 0</inkml:trace>
  <inkml:trace contextRef="#ctx0" brushRef="#br0">9748 14370 7975,'-11'12'424,"-1"-1"1,0 1 0,0 0 85,1 0 0,0 3 1,2 1-1,2-2-171,2-1 1,1-1 0,4 0 0,2 0-286,2-1 0,1-3 0,5-1 1,1-2 7,2-2 1,2-2-1,0-1 1,1 0-37,-2 0 0,3-1 0,-1-3 1,-2-4-370,-1-3 0,-1 0 0,-2-2 0,-1 0 263,-1 1 1,-5-6 0,1 6 0,-3-1 44,-1 0 1,-5 2-1,-3 2 1,-2 1-98,-2-1 0,-1 0 0,-2 0 1,0 2-94,0 2 0,-2-3 0,2 4 0,0 2-1762,2 0 1114,7 2 0,0 6 873,6 1 0,11 4 0,2 1 0</inkml:trace>
  <inkml:trace contextRef="#ctx0" brushRef="#br0">9972 14276 7789,'8'-16'386,"0"0"0,-1 1 0,5 3-117,0 0 0,0 4 0,-1 2 0,2 1 0,2 1 93,1-2 0,-1 5 0,-2-3 0,2 4-50,0 4 0,2 3 0,-2 4 0,0 1-102,0 0 1,-2 5 0,-3 3-1,-1 2-22,-1 1 0,-5 1 1,1-1-1,-2 1-272,2-1 0,-2 1 0,2-2 0,-3-1-640,-1-1 1,0-6 0,0 3-1,-1-1-452,-3-1 0,2 1 1,-3-4 590,0-1 1,-2-3-1,-4-1 585,-1-2 0,0-6 0,0-6 0</inkml:trace>
  <inkml:trace contextRef="#ctx0" brushRef="#br0">10113 14499 7789,'-10'-5'298,"2"-3"1,-1 2 331,5-2 1,0 4 0,5-3-395,3 2 0,2 1 0,8 3 0,0-2-258,2-1 1,1 0-1,-3 3 1,3-2-233,1 0 0,0-1 0,2 2-1814,-4-2 2068,2 3 0,-5-4 0,4 5 0</inkml:trace>
  <inkml:trace contextRef="#ctx0" brushRef="#br0">10936 14358 7789,'0'-6'613,"0"0"0,1 5-351,3-3 0,3 3 0,5-4 0,1 1-146,2 0 1,2-2 0,6 4-1,-1-2-381,3 1 0,1 1 1,-3-1-1,1-1-725,-1 2 1,1 0-1,-1 2 990,1 0 0,-1-5 0,1-1 0</inkml:trace>
  <inkml:trace contextRef="#ctx0" brushRef="#br0">11618 14205 7789,'-4'18'64,"-1"-2"1,0-1 248,0 0 1,-5 0-1,4 4 1,-1 1-58,3-2 0,-1 3 0,1-4 0,2 0 21,0 0 0,2-1 0,2-5-261,2 1 0,2-1 0,7-4 1,2-3-121,0-2 1,5-2-1,-3 0 1,1 0-80,3 0 1,0-6 0,0-3 0,-3-4 35,-1-2 0,-1-2 0,-4 2 1,-1-2 237,1-1 1,-5 4 0,-2-2-1,-1 3 113,0 1 0,-2 0 0,-6-1 0,-3 0-60,-4 1 0,-2-2 0,-1 6 0,-3-1-80,-2 1 0,4 2 0,-4 3 0,2-1-313,3 1 0,-3 3 1,1 4-1,3 4-116,4 3 0,0 0 1,4 3-1,0 0-272,-1 2 0,2 3 1,4-3 636,0-2 0,6 5 0,0-1 0</inkml:trace>
  <inkml:trace contextRef="#ctx0" brushRef="#br0">12006 14393 7789,'-5'-11'0,"4"3"1562,-3 0-1374,2 5-331,2-2 1,4 10 142,0 3 0,5 3 0,-2 0 0</inkml:trace>
  <inkml:trace contextRef="#ctx0" brushRef="#br0">12124 14111 7201,'8'-5'-100,"-1"-3"0,1 3 1,4 0-1,0 1 909,0 0 1,-1 0 0,1 5-314,0 3 1,0-1-1,-1 5 1,1 1-286,0 1 0,-2 6 1,0 1-1,-4 0-300,-1 0 0,3 4 0,-4-2 0,-1 3-299,-2 2 1,-2 0 0,-2-1 0,-2 1-277,-2-1 0,-1 1 0,-3-2 1,-1-1 663,0-2 0,0-4 0,1 2 0</inkml:trace>
  <inkml:trace contextRef="#ctx0" brushRef="#br0">12124 14335 7576,'4'-8'0,"1"0"-4,1-1 0,1 2 0,3 1 147,2 0 0,-3 1 0,7 3 0,-3-2 0,0 0-217,3-1 0,-3 2 1,4-4-1,-1 1-843,-1-1 0,6 1 917,-1-2 0,7-8 0,3 3 0</inkml:trace>
  <inkml:trace contextRef="#ctx0" brushRef="#br0">12559 14135 7724,'0'11'0,"-5"0"0,-2-1 0,-1 1 204,0 2 0,2 6 0,-3 1 0,2 1 0,2 0 0,2-3 1148,2-1-1289,1 4 0,0-8 1,1 1-1,3-3-13,4-3 1,7-6 0,0 2-1,1-2-266,1-2 0,-4-2 0,3-2 0,-3-3 80,-2-4 0,0-1 0,-2 1 0,-2-1 236,-2 0 0,-1 0 0,-4-1 1,0-1 70,0-2 1,0 0 0,-2 5-1,0-1 28,-2 0 0,-5-2 0,1-1 0,-3 4 117,0 0 1,-1-2 0,0 5-1058,0-2 0,1 3-209,-1 3 1,5 4-1,3 4-908,3 4 1858,1 3 0,0 0 0,0 1 0</inkml:trace>
  <inkml:trace contextRef="#ctx0" brushRef="#br0">12771 14064 7609,'3'-12'-268,"3"2"0,0 1 800,3 1 0,2 5 0,1-1 0,-1 2-117,1-2 0,0 3 0,0-3 0,-1 4-89,1 4 0,0-2 0,0 6 1,-1 2 0,1 5 1,-4-2-1,0 4 1,0 0-154,-2 2 0,1 2 1,-5 0-1,2-1-450,-1 1 1,2 0 0,-1 0-1,-1-2-307,-2 2 0,-1-3 0,0 2 1,0 0-134,0-2 1,-1 3-1,-3-6 1,-3 0 77,1-2 1,-5-1 0,3-1 637,-2 1 0,-2 0 0,0 0 0</inkml:trace>
  <inkml:trace contextRef="#ctx0" brushRef="#br0">12806 14346 7789,'1'-11'0,"2"-1"410,1 0 1,5 2 0,0 0 0,4 4-172,3 1 0,-1-3 0,-2 3-414,3-2 0,-1 3 0,4-2 0,2-1 0,1 2-362,2 0 537,-1-5 0,1 4 0,-1-6 0</inkml:trace>
  <inkml:trace contextRef="#ctx0" brushRef="#br0">13958 14041 7789,'12'0'-162,"0"0"1,-4 0 0,-2 1 677,-1 3 1,3 2-1,-4 6 1,-3 1-1,-2 2-187,-3 0 1,-6 6 0,-1-1 0,-3 2-87,0 1 0,-3 0 0,1-4-207,2-3 0,2-3 0,3-1-28,1 0 0,5-1-29,-1 1 1,8-2 0,4-2-1,4-2-374,3-1 1,4-4 0,4 3-1,1-3-537,-1-1 1,1 0 0,-1 0-1,0 0 932,-4 0 0,-2-10 0,-5-3 0</inkml:trace>
  <inkml:trace contextRef="#ctx0" brushRef="#br0">14170 14123 7615,'-12'12'-58,"4"-5"1,2 1-1,1 1 504,2 2 1,-2 5 0,1-1-1,1 1 152,2 1 0,1-3 0,0 5 1,0-1-370,0 0 0,1-3 0,3 2 1,4-2-915,2 1 1,3 0 0,3-5 0,4 0-94,2-3-1,5-3 1,2-5 0,1-1 778,3-3 0,1-8 0,1-6 0</inkml:trace>
  <inkml:trace contextRef="#ctx0" brushRef="#br0">14629 14146 7789,'-7'12'445,"-3"-4"0,3 1 1,-1 3 220,0 2 1,2 6 0,-2-4-441,4-2 0,3 3 1,1-1-1,1-3 1,3-3-161,4-2 1,4-5-1,3 0 1,5-3 46,2-3 0,2-4 0,-1-5 0,-1-1-455,-2-2 1,1 0-1,-6-3 1,0 1 185,-2 2 0,-7-1 0,-2 0 1,-2 1 141,-2 2 0,0 2 0,-2-1 0,-3 0-145,-7 0 1,-1 2 0,-6 2 0,-2 4-122,-1 3 1,-2 1 0,-1 1-1,-1 4-884,-1 7 1,-6 1 1163,2 7 0,-3-1 0,-2 5 0</inkml:trace>
  <inkml:trace contextRef="#ctx0" brushRef="#br0">9066 15546 7789,'-1'-11'216,"-3"3"1,2 3-5,-6 5 0,0 2 0,-4 1 0,0 5 101,1 3 0,0 6 1,2 2-9,1 4 1,0 0 0,-2-1 25,2-2 0,3 1 0,5-4 0,0 0-278,0 0 0,5-3 0,3-5 0,4-2-205,3-2 0,2-1 1,5-4-1,1-1-123,2-3 0,1-4 0,-4-7 0,-1-1 75,-2-3 1,-4 4 0,-1-5-1,-5 0 129,-5 2 1,-2-3-1,-2 4 1,0 0 68,0 0 0,-8 2 1,-3 3-1,-1 0-64,-2 0 1,-6 4 0,1 2 0,-2 1-111,1 2 0,-1 2 1,4 1-1,0 0-19,1 0 0,0 4 0,4 2 0,2 3-16,2 4 0,3 3 1,5-2-1,0 2-969,0-2 1180,0 0 0,5-3 0,1 1 0</inkml:trace>
  <inkml:trace contextRef="#ctx0" brushRef="#br0">9231 15734 7789,'0'-8'2348,"0"0"-2692,0 6 1,1-4-996,3 6 0,3 0 1339,5 0 0,5 0 0,1 0 0</inkml:trace>
  <inkml:trace contextRef="#ctx0" brushRef="#br0">9407 15463 7789,'12'-5'52,"0"-1"1,0-5-1,-1 3 214,1 4 1,0-1-1,1 1 1,1 2 267,2 0 1,1 6-1,-3 2 1,2 1-274,-2 6 1,-4 1-1,-3 5 1,1 1-369,-1-2 0,2 8 0,-5-2 0,-1 0-349,-2 1 1,-1-1 0,0-1-1,-1 1-275,-3-1 1,2 0-1,-3-4 1,0-4 730,-3-6 0,3 1 0,-6-3 0,5 4 0</inkml:trace>
  <inkml:trace contextRef="#ctx0" brushRef="#br0">9525 15722 7789,'-7'-16'0,"4"1"189,1 0 1,2 2-1,0 2 1,2-1-23,1 0 1,4 0 0,6 1 0,3-1-398,3 0 0,4 0 0,1-1 0,1-1-227,-1-2 1,7-1 0,-5 3-1,3-2 457,-2 2 0,6-2 0,-2 3 0,-2 3 0,-3-1 0,-3 6 0,-4 1 0,-3 3 0,-3 1 0,-7 1 0,-2 3 0,-2 4 0,-2 2 0,-6 6 0,-1 1 0,-4 1 501,-1 3 1,1 1-1,-1 2 1,1-1 216,4 1 0,-3-2 0,6-2 0,2-5-401,1-2 1,4-1 0,3 0 0,0-2-283,3-2 0,6-3 1,2-5-1,0 0-15,0 0 0,4-5 1,-2-3-1,2-2-199,-1-2 1,-3-4 0,-6-1 0,1-1 11,0-3 1,-4 3 0,-2 0 0,0-1 222,-4 1 1,-1 4 0,-2-3 0,-3 1 75,-4 0 1,-2 1 0,-2 3 0,0 0-140,1 0 1,-5 2-1,0 1 1,2 2-275,1 2 1,1 1 0,0 5 0,1 3-144,-1 4 1,5 3-1,3 0-706,3 1 1,2-1 0,3-4 1129,4-3 0,8 3 0,2-1 0</inkml:trace>
  <inkml:trace contextRef="#ctx0" brushRef="#br0">10207 15440 7789,'-1'12'-62,"-3"-1"0,3-3 0,-5 0-37,1 1 0,4-2 0,-3 1 1572,3 1-1093,1 1 154,0 2-317,0-5 1,-2-2-142,-2-5 1,3-2-1,-3-1 86,3-5 0,-3-3 33,0-1 0,-1 1 0,2-1 49,-1 0 1,0 4-28,4 1 0,0-1-304,0-4 1,4 0 0,1 2 0,2 1-22,2 1 1,0 4 0,0-3-1,-1 1-18,1-1 0,6 5 1,0-4-1,0 2 61,-2 1 1,-1-1 0,1 4 0,1 0 55,2 0 0,-1 0 1,-4 1-1,-2 3 48,-1 4 0,-2 2 0,4 2 0,-4 0 15,-1-1 1,-1 6 0,-4 3 0,0 1-6,0-2 0,0 6 1,0-2-1,0-1-71,0 0 0,-4 3 0,-1-6 0,0 2-476,0-1 1,1 1 0,2-4-1,0 0-104,-2 0 1,-1-2 0,2-3 0,-1 0 601,1 0 0,-3-6 0,-1-1 0,-4-5 0</inkml:trace>
  <inkml:trace contextRef="#ctx0" brushRef="#br0">10242 15746 7789,'-10'-12'225,"2"0"1,3 0-1,5 1 173,0-1 0,5 1 0,3 2 0,4 3-187,3 0 1,0-3-1,4 2 1,2-3-646,1 3 1,3-4 0,1 5 0,2-2-661,-2 0 1,-1 4 1093,-2-4 0,6 0 0,1-3 0</inkml:trace>
  <inkml:trace contextRef="#ctx0" brushRef="#br0">11665 15428 7789,'-5'7'147,"-3"-3"0,2-3 1,-2-1 173,-1 0 1,-2 6-1,-1 5 64,1 3 0,-1 2 1,1-3-1,2 3 108,1 3 1,5 0 0,-4 0-1,2 1-237,2-2 0,2 3 0,2-5 0,2-2-134,1-1 1,6-5-1,1-2 1,4 0-137,4-4 0,0 0 1,5-4-1,-1-2-428,1-3 0,-1-5 1,1-4-1,-2-2 129,-2 0 0,-3-7 0,-6 4 0,0 0 216,-3-1 1,-3 3 0,-5 1 0,0 1 161,0 3 0,-5-3 0,-3 1 0,-3 2-96,0 1 0,-5 2 1,-2 3-1,-2 3-116,-1 0 1,-2 4 0,6-3 0,0 2-12,0 2 0,1 6 1,4 1-1,2 4-534,2 1 1,3-1-1,5 1 1,0 0 691,0 0 0,0-1 0,0 1 0</inkml:trace>
  <inkml:trace contextRef="#ctx0" brushRef="#br0">11889 15558 7642,'0'-7'-178,"0"2"1,5 5 177,3 0 0,2-11 0,2-2 0</inkml:trace>
  <inkml:trace contextRef="#ctx0" brushRef="#br0">12077 15334 7865,'12'-8'0,"-1"0"245,1-1 0,0 3 1,0-1-1,1 1 177,2-1 1,-2 5-1,3-2 1,-3 4-118,-1 4 1,0 3-1,-1 8 1,1 2-47,0 1 0,-4 0 0,-2 5 0,0-1 26,-4 3 0,-1 1 0,-1-3 1,0-1-558,0-2 0,0 5 0,0-4 0,0 0-566,0 1 1,0-5-1,-1 0 1,-3-2 131,-4 1 0,2 0 0,-2-6 0,-1-2 706,-2-4 0,0 3 0,-1-1 0</inkml:trace>
  <inkml:trace contextRef="#ctx0" brushRef="#br0">12147 15558 7789,'0'-16'124,"0"0"1,0 4 0,2 5 38,2-3 1,2 1 0,6 0-1,1 1-466,3-1 0,2 3 1,5-2-1,1-3 1,1-2-246,2-2 0,-1-2 548,6 1 0,-6 7 0,1-3 0,-1 2 0,-1-1 0,-1-1 0,1 2 0,-10 2 0,0 3 0,-2 0 159,-2 3 1,-5-2 0,-6 8 0,-7 4 415,-3 3 0,-2 4 0,0 2 0,0 2-5,1 1 1,0 3 0,3 0 0,4-1-202,3-2 0,1 1 1,0-5-1,1-2-276,3-1 1,3-5 0,5-2 0,-1 0-143,1-4 0,4 0 0,1-2 0,0-2-206,0-2 0,2-2 0,-3-7 0,0-2 90,1 0 1,-8-1 0,3 3 0,-3-1 100,-3-2 1,0 0 0,-6 4 0,0 1 80,0-1 1,-2 0 0,-2 0 0,-4 1-91,-2-1 0,-2 1 0,0 2 1,1 3-820,-1 0 1,4-1-229,0 3 1,6-2 1119,-2 3 0,2-4 0,2-5 0</inkml:trace>
  <inkml:trace contextRef="#ctx0" brushRef="#br0">12853 15228 7865,'19'-4'0,"0"0"0,-2 2 362,-3 0 0,3 4 0,-1 2-86,-2 4 0,-1 2 0,-1 2 0,0 1 0,-2 1 123,-2 2 1,1 1 0,-5-3-1,-1 3-122,-2 2 1,-1-4-1,0 5 1,0-1-259,0 0 1,0 2 0,-1-6 0,-2 1-668,-1 1 0,-4-4 0,4 3 0,2-3-1142,1-1 0,-1-5 1790,-2 1 0,2-5 0,-6 1 0,5-3 0,-2-1 0</inkml:trace>
  <inkml:trace contextRef="#ctx0" brushRef="#br0">12876 15487 7789,'-6'-8'0,"3"2"316,6 0 0,-1-1 0,6 3 0,1 0 115,2-2 0,2 5 0,1-4-629,2 0 0,4 2 1,-3-3-1,1-1 0,2 2-1055,-2 0 0,7-5 1253,-6 3 0,11-4 0,-5-1 0</inkml:trace>
  <inkml:trace contextRef="#ctx0" brushRef="#br0">13747 15416 7789,'-12'0'728,"1"-1"-131,4-3 0,3-1 0,8-3 1,3 4-1,5 3-260,4 1 1,-3 0-1,4 0 1,0 0-167,2 0 0,0 0 0,0 0 0,1 1-1710,-2 3 0,4-3 0,-3 3 486,-1-2 0,3-4 1053,-5-2 0,-1-2 0,-3-6 0</inkml:trace>
  <inkml:trace contextRef="#ctx0" brushRef="#br0">14099 15240 7879,'4'-12'365,"0"0"1,1 1 0,-1 0 0,3 2 47,-1 1 1,5 0 0,-3-2-1,2 1 17,2 1 1,0 1 0,-1-2-201,1 1 1,0 6-255,0-2 0,-4 3 0,-2 2-130,-1 3 1,4 2-257,-1 6 1,1 0 0,1 0-38,-3-1 0,-3 1 1,3 0 218,-2 0 0,0-1 1,-2 1-1,1 0 118,-2 0 1,0 0-1,-2-1 1,1 1 189,3 0 1,-3 0 0,3-1-1,-2 1 217,-2 0 0,-2 0 0,-2-1 1,-2 1 204,-1 0 1,-8 0-1,0-1-39,-2 1 1,4-1 0,5-2-577,-1-1 1,5-2-1007,4 2 1,7-3 0,10-6 0,5-4 1118,4-7 0,12-10 0,-1-8 0</inkml:trace>
  <inkml:trace contextRef="#ctx0" brushRef="#br0">14723 15169 7789,'-12'12'0,"1"0"104,4 0 1,-4 1 0,5 1 0,-2 2 656,0-2 1,5 3 0,-1-1-516,3-2 0,10-2 1,3-4-1,2-4-382,3-3 1,2-1 0,4-1 0,1-3-126,-1-4 1,1-2-1,-1-4 1,-1 0 226,-2-2 0,1-3 0,-7 3 1,-2 2 179,-3 1 0,-6 1 0,1 0 0,-3 0 86,-1 1 1,-5-1-1,-3 0 1,-2 0-280,-2 1 1,-1 0 0,-2 2-1,-2 3-575,-1 0 0,-2 2 0,-3 6 0,-2 2-1156,-2 3 1778,-3 9 0,-6-3 0,1 4 0</inkml:trace>
  <inkml:trace contextRef="#ctx0" brushRef="#br0">9725 16463 7999,'5'5'167,"-5"3"1,-1 2 0,-6 4 0,1 1 293,-1 5 1,5 2 0,-2 3 0,2 0-23,2-2 1,0 3 0,2-7 0,2-1-202,3-2 1,4-1 0,2-2 0,3-4-85,3-2 1,3-3-1,2-4 1,1-1-191,2-3 0,-2-4 1,3-6-1,-5-3-261,-3-2 0,1 4 1,-7-5-1,-4 0 192,-4 2 1,-1-3 0,-1 5 0,-3 2 73,-4 1 1,-3-3-1,-6 1 1,-1 2-57,-3 3 1,-1 1-1,-4 5 1,2 0-300,-2-1 1,0 4 0,0-3-1,3 4-141,1 4 1,3-1 0,4 4 0,4 3-1259,1 0 1785,6 2 0,11 0 0,6-1 0</inkml:trace>
  <inkml:trace contextRef="#ctx0" brushRef="#br0">12041 16369 7926,'-23'6'0,"-2"-2"0,-1-1 688,-1 1 1,3 2-1,6 7 1,1 2-308,2 1 1,4 3 0,3-2 0,4 0-263,3 0 0,6-1 1,4-4-1,5-2-43,6-2 0,3 1 1,4-5-1,1-2-222,2 0 0,0-6 0,3-1 1,-3-3 128,-1-5 0,-6 1 0,-4-5 0,-4 1-418,-4 1 0,-1-1 0,-6 3 406,-1-3 0,-2 3 0,-2-3 0,-3 5-20,-4 3 1,-2-3-1,-2 5 1,0-1-250,0 3 0,1-1 0,-1 1-174,0 2 0,6 2 472,2 4 0,8 2 0,2 6 0</inkml:trace>
  <inkml:trace contextRef="#ctx0" brushRef="#br0">14041 16287 8792,'9'-4'255,"2"0"0,-1-5 0,8 1 0,1-3-187,5 0 0,3-6 1,1-3-1,1-2 136,-3-2 0,5 1 0,-7-1 0,-1 2-17,-2 2 0,-4 3 1,-5 6 623,0-1-137,-6 0 1,-1 7-1,-6 6 1,-2 8-385,-1 6 0,-5 10 1,3-1-1,-1 4-199,3 1 0,3 2 0,1-4 1,0-1-362,0-1 1,0-1-1,0-1 1,0 0-792,0-4 1,0 2-1,1-4 1,2 0 59,1 0 1,5 3 0,-1-5 0,2 0 1000,2-2 0,0-7 0,0-1 0</inkml:trace>
  <inkml:trace contextRef="#ctx0" brushRef="#br0">15111 13852 7926,'5'-10'-491,"3"2"0,2 4 867,2 3 0,4 1 0,1 3 0,1 4-95,3 9 0,1 10 0,2 7 0,-1 6-20,1 8 0,-1 11 1,-11-24-1,-2 1 0,1 2 1,-1 0-34,0 2 1,0 1-1,-1 5 1,0 0-1,1-3 1,0 1 0,-2-1-1,-1-1-196,0 0 0,-1 1 0,0 1 0,0 1 0,0-2 0,-1 0 1,-1 0-1,-1 1-55,0-1 0,-2-1 0,0 1 0,0 0 1,-1-4-1,0 0 0,0 0 0,0 0 94,0-1 0,0 1 0,-1 2 0,0-1 1,0-1-1,0 1 0,-2 0 0,1 0-32,-2 1 1,1 0 0,-1-2 0,0-2 0,-6 30 0,1-4 80,1-4 1,-4 3 0,-4-6 0,2-4-84,1-5 1,1-2 0,0-4-1,1-4-238,-1-3 0,0-2 0,2-6 1,0-4-192,3-3 1,3-2-797,-4-4 0,4-6 1,-3-3-170,2-6 1,1-3 1449,4-6 1,0-16-1,0-3 1</inkml:trace>
  <inkml:trace contextRef="#ctx0" brushRef="#br0">16157 13911 7926,'-5'12'0,"-2"0"0,-4 1 0,-1 4 0,0 6 0,-1 10 155,-3 9 0,3 6 0,-4 14 0,9-30 0,1 2 1,-1 2-1,0 0 0,1 2 0,0 0 415,0 1 1,1 0-359,-1-4 1,2 1-1,1 5 1,0 0-1,1-4 1,-1 1 0,1 0-1,0 1 74,-1-1 1,1 1-1,2 1 1,0-1-1,-1-1 1,0-1-1,1 0 1,1-1-116,-1 0 0,2 0 0,-1 28 0,0-3 0,1-3-93,3-2 1,-2 3-1,6-7 1,0-1-195,-1-3 1,3 1-1,-2-9 1,1-1 41,-1-2 0,2 4 0,-2-9 0,1 0 162,-1-2 0,5 2 0,-4-2 0,1 2-76,0-1 1,0-2 0,2 1 0,0-4-307,0 0 0,-1-1 1,1-4-1,0-3-41,0-1 1,-2-1-1,-1-6 1,-1-2-564,1-4 0,-2 1 204,1-1 0,-2-1 0,2-7 0,-3-4 694,1-2 0,-5-7 0,4-2 0</inkml:trace>
  <inkml:trace contextRef="#ctx0" brushRef="#br0">16357 14205 7926,'-5'7'785,"4"3"1,-3-9 375,8 3-1052,-3-8 0,9-2 0,-2-5 0,1 2-244,-1 2 0,3-1 0,-4-4 1,4 0-16,1 0 1,-1 1 0,3-2 0,-1-2 54,-2 0 0,4-1 1,-9 4-1,2 2 187,0 2 0,-4-3 688,4 3 15,-6 3 0,4 1-538,-6 8 1,0 3-1,0 5 1,0 1 85,0 2 0,-4 0 0,0 4 0,1 1-317,2-2 1,1 0 0,0-3 0,0 1-515,0-2 1,0 3 0,0-1 0,0-1-328,0 2 1,1-4 0,2 3 0,2-4-175,1-4 1,2 1-1,4-5 626,0-2 0,0 0 363,-1-2 0,6-11 0,2-2 0</inkml:trace>
  <inkml:trace contextRef="#ctx0" brushRef="#br0">16828 14076 8113,'-4'8'913,"-2"0"0,1 1-496,0 1 1,-3 6 0,3-1 0,0 0-143,-1-2 0,2 3 0,4-1 1,2 0-108,2-2 0,-2-2 1,7 1-1,3-1-193,3-3 1,4 1 0,-2-5 0,1-2-387,3 0 1,2-8 0,0-2 0,-1-2 202,-2-2 0,-3 0 0,-5-1 0,-1-1 144,1-2 0,-1 1 1,-4 3-1,-3 0 17,-2 0 1,-2 1 0,0-1 0,-2 0 231,-2 0 1,-2 1 0,-6-1 0,0 0-195,1 0 0,-1 4 0,0 2 0,-1 1-430,-3 2 0,3 2 1,-4 1-1,2 0-576,-1 0 1,-1 4 1014,1 0 0,3 5 0,-4-3 0</inkml:trace>
  <inkml:trace contextRef="#ctx0" brushRef="#br0">16381 14899 7835,'-12'0'871,"1"-1"609,4-3-714,1 2-299,6-3 1,0 4-301,0-3 0,6 3 1,1-3-71,4 2 0,1-1 0,1-3 0,1 1-141,2 0 0,5-3 0,-2 3 0,2 0 18,-1-1 0,1-1 1,-6 3-1,0 1-36,-2 2 1,-1 1 0,-1 1-98,1 3 1,-5 2 0,-3 6 165,-3 0 1,-5 0-1,-1 1 1,-2 1 163,-2 2 1,-1 0 0,-1-5 0,2 1 64,1 0 0,2 3 0,-4 1 0,4-1-98,1-2 0,-1-2 1,4 1-1,-2 0-88,1 0 1,2-1 0,1 1 0,0 0-726,0 0 1,5-1 0,3 1-100,3 0 0,0-6 0,1 0 0,1-2 89,3 0 0,1-1 0,4-4 0,-2-3 685,2-4 0,1-7 0,2-4 0</inkml:trace>
  <inkml:trace contextRef="#ctx0" brushRef="#br0">16969 14852 7835,'-12'12'267,"0"-1"1,0 1 0,2 1 277,2 3 0,3-3 0,5 4 0,0-1-416,0-1 0,5 1 1,3-5-1,2-2-310,2-2 0,8-4 1,2 1-1,1-3 39,4-1 0,3-5 1,-2-3-1,1-2 60,0-2 0,-3-4 1,-5 1-1,-4 0-66,-4 2 0,1-1 1,-7 1-1,-1 2 283,-2 1 1,-2-1-1,-4 0 1,-2-1 34,-3 0 1,-8 0 0,-2 2 0,0 1-62,0 1 1,-4 1 0,2 0 0,-4 3-348,0 2 1,-1 2 0,1 2 0,-2 2-432,-2 3 1,3 4 0,-1 2-1,6 0 669,2-1 0,1 7 0,4-6 0</inkml:trace>
  <inkml:trace contextRef="#ctx0" brushRef="#br0">16675 15863 8509,'11'-1'528,"1"-3"0,1-3 0,2-3 0,0 0 0,1-1-423,1-2 0,-4-1 1,4 1-1,-1-2 5,-1 0 1,1-4-1,-4 5-78,0 0 0,-5 4 1,0-3 144,-2 4 1,-1 8 274,-4 1 1,0 9 0,0 8 0,0 1-42,0 3 0,0 5 0,0 2 0,0-2-468,0-1 0,0-2 1,0-1-1,0-2-308,0-4 1,0 1-1,1-2 1,2 0-384,1-2 1,5-1 0,-1-2-1785,2-2 0,-2-4 2532,0-8 0,5-8 0,5-6 0</inkml:trace>
  <inkml:trace contextRef="#ctx0" brushRef="#br0">17310 13994 7926,'6'-6'-62,"-1"0"1,-3-5 421,2 3 1,2 3 0,6 5 0,1 0 96,3 0 0,-2 7 0,6 5 0,-1 5-209,0 1 0,7 11 0,-3 1 0,2 6-25,0 2 1,2 12-1,1 3 1,-2 5-103,-1 3 0,-15-28 0,-1 1 0,1-1 0,-1-1 0,-1 1 0,-1-1-46,4 31 0,0 3 0,-7-33 0,-1 0 0,0 1 1,0 0-89,0-1 0,-2 1 1,0 0-1,0 0 0,-1 30 1,0 0 85,0 0 0,0-2 1,-2-1-1,0 0 13,-2 2 0,-1-29 1,1 0-1,-3 31 1,-1 0 67,1-2 0,-1-4 1,-4-4-1,1-6-29,4-4 1,-5-1 0,1-5 0,-3-2-42,0-4 1,1-1 0,2-4 0,2-3-143,1-5 1,0-3 0,-2-5 0,2 0-199,4 0 1,-2-6-1236,-2-2 0,3-4 1,1-4 323,2-4 0,2-7 1,2-6 1166,2-5 0,2-10 0,6-5 0</inkml:trace>
  <inkml:trace contextRef="#ctx0" brushRef="#br0">18321 14640 8672,'12'-4'0,"-1"0"582,1 2 1,0 1 0,1 1-634,3 0 0,-2 0 0,4 0 0,1 0 0,-2 0-662,0 0 1,2-4 0,-2 0 712,2 1 0,0 2 0,5 1 0</inkml:trace>
  <inkml:trace contextRef="#ctx0" brushRef="#br0">18274 14993 9053,'12'0'511,"3"0"0,2 0 0,2 0-494,2 0 0,5 4 0,1 0 0,-1-1-775,-1-2 1,1-1 0,0 1 0,-2 2 757,-2 1 0,3 0 0,-7-4 0</inkml:trace>
  <inkml:trace contextRef="#ctx0" brushRef="#br0">19168 13888 7493,'5'-12'-540,"-4"0"0,3 0 877,-3 1-263,-1 4 1,2 1 215,2 2 1,-3-3 118,3-5-78,-3 6 47,-1 1-219,0 5 0,-1 5-84,-3 3 1,3-2 0,-5 2 0,2 1 2,1 2 0,-3-1 0,4 1 1,-4-1-1,0 3 1,3 1 0,-2 0-1,1 0 8,0 2 1,-4 7 0,4-1 0,1 2-24,-3 2 0,5 1 0,-3 1 0,1 2-59,0 0 0,1 4 0,-2-3 0,3 3-4,1 2 1,-4-3 0,0 0 0,2-2-36,0 2 1,2-4-1,-1 0 1,-2-1 21,-1 4 1,1-2 0,3 0 0,0 0 0,0 0 1,0 0 0,0 3 0,0-2 13,0 2 0,0-3 1,0 2-1,0 2 0,0 0 1,0 4 0,0-8 0,0 2 7,0-1 0,0-1 0,0 1 1,0-3 22,0-3 1,3 2-1,1 1 1,-1-2 10,-2-1 0,3 2 0,0 0 0,-1 0-38,-2-3 1,3 0 0,0 1 0,-2 1 16,0 1 1,2 1 0,0-3-1,-2 1-10,0 1 0,1 1 1,1-5-1,-1-1-9,-2-2 0,3 2 1,0-2-1,-1 2 11,-2 1 0,3-3 0,0 0 0,0-1-1,1-1 0,-4 3 0,5-4 0,-2 0-2,-1 0 0,5 0 0,-2-2 0,-1 0-17,0 0 0,0-3 1,-2-3-1,1-1 46,-2 1 0,4 1 1,-3 2-4,0 0 0,2-1 1,-1 1-1,-1 0-19,-2 0 1,3-4-1,1-1 5,2 2 1,1 2 0,3 1 16,1-1 0,-4-3 0,-1 0 58,-2 1 1,3-2 62,-4 1 4,5-6-202,-8 9 6,9-10-427,-8 9 69,3-8 1,-4 3-949,3-5-1521,-2 0 2857,3-5 0,-10-2 0,-2-4 0</inkml:trace>
  <inkml:trace contextRef="#ctx0" brushRef="#br0">20226 13864 7926,'-5'-12'168,"3"5"207,-2-1-154,3 5-93,1-2 0,1 6 1,3 3-46,4 4 1,-1 2-1,1 2 1,-1 0-9,0 0 1,2 5 0,-4 2 0,1 5-59,-1 3 0,3-1 1,-3 6-1,0 0 37,0 2 0,3 2 0,-3 0 0,1 2-131,-1 1 1,3 4 0,-4-2 0,0-1 33,1 1 1,-3 3 0,6-1-1,0 2 15,-1-2 1,2 5-1,-4-3 1,1-1 5,4 2 1,-4 0 0,1 2 0,-1-1 4,1-4 0,-5 6 0,2-10 1,-1 4-2,1 0 1,-3 0-1,3-5 1,-3-1 15,-1 0 1,0 1 0,0-1 0,0-1-3,0 0 1,-1 4 0,-2-6 0,0 0 5,0 0 0,0 3 0,1-7 0,-2 1-6,1 1 0,-2-2 1,1 1-1,0-4 9,-1-2 1,4 3 0,-5-1 0,2-2 5,0-4 0,-1 1 1,3-2-1,-2 1 15,1-2 1,-2 2 0,1-4-1,1 0-4,2 0 0,-3 3 1,0-5-1,2 1-12,0 1 1,-2-4 0,0 3-1,2-3-96,1-1 0,1-5-520,0 1-461,0 0 812,0-1 0,1-6 0,1-6-703,2-2 958,0 4 0,-4-2 0,0 5 0</inkml:trace>
  <inkml:trace contextRef="#ctx0" brushRef="#br0">19297 14076 6145,'-7'0'213,"2"0"803,5 0-832,-5 0 1,4-1-22,-3-3 1,6 1-135,2-5 1,5 4-1,-1-2 54,3 0 0,0 1 0,1 3-28,0-2 0,4 0 0,-1 4 0,0-2-23,-2-1 0,-1 1 0,-1-2-40,1 3 1,0 6-55,0 3 1,-6 3-1,-2 0 1,-3 1 33,-1 0 0,-1 0 1,-3 1-1,-2 1-19,-1 2 1,-3-1 0,2-4 0,-3-2 24,0-1 0,-1-2 0,0 4 35,0-3-159,6-4 132,1 2 0,6-5 1,3 0-1,4 0-26,2 0 1,2 0-1,0 0 1,-1 0 16,1 0 0,0 1 0,0 2 58,-1 1 1,-3 5 0,-1-1 14,-2 2 1,-1 2 0,-4 0 0,0 0-5,0 0 1,0-1 0,-1 1 0,-3-2 59,-4-2 0,-3 3 0,0-3 0,-1 1 15,0-1 1,0 1-1,1-4-118,-1 1 0,0-3 1,2 2-1,0-1-309,3 0 1,3 0-358,-4-4 1,1-1 269,-1-3 0,3 1 393,5-5 0,0-5 0,0-5 0</inkml:trace>
  <inkml:trace contextRef="#ctx0" brushRef="#br0">19603 14123 7558,'1'-8'-438,"3"0"470,2 0 1,2 2-14,0 2 0,-4-1 0,4 1 0,0 0 27,-2-1 1,5 3 0,-3-2-18,2 3 1,2-3-1,0 0 1,-1 2 33,1 0 0,0 2 0,0 0 31,-1 0 1,1 0-1,0 0-79,0 0 1,-2 2-43,-2 2 1,-3 2 0,-5 6 0,0 0 10,0-1 0,-5 1 0,-3 0 0,-2 1 41,-2 3 0,0-3 0,0 2 0,1-2 90,-1-1 1,0 4 0,0 0 0,1-3 86,-1-4 1,4 1 0,0-2-1,0 3-21,2 0 0,-3-3 1,3 0-142,0 1 1,3-2 19,-1 0 0,8-4-379,4 1 1,2-3-1,2-1 31,0 0 0,0 0 1,0 0-1,-1 0-47,1 0 0,-2-1 0,0-2 0,-3-1 335,3 2 0,-4-3 0,2 1 0,0-5 0,4 2 0</inkml:trace>
  <inkml:trace contextRef="#ctx0" brushRef="#br0">19873 14299 10159,'8'2'-3126,"0"1"3126,-6-1 0,4 8 0,-6-3 0</inkml:trace>
  <inkml:trace contextRef="#ctx0" brushRef="#br0">20132 14076 7736,'6'-1'0,"-2"-3"0,-1 2-196,1-2 376,-3-2-9,4-1 1,-6 1-39,-3 2 1,2 3-81,-6 1 1,4 0 0,-4 0 1,-1 0 0,2 0 1,-1 0 10,-1 0 1,-1 1 0,-2 3 11,0 4 1,4-2 0,2 2-16,1 1 0,-3-2 0,4 1 0,0-1 17,-1 0 0,3 3-77,-1-2 1,3 3 0,3-1-1,5-2 1,-1-3-1,1-5 1,1 1-76,1 3 0,2-2 1,0 2-1,0-3-371,-1-1 1,2-1 286,3-3 1,-3-2 0,3-3 69,-3 1 0,-5 1 0,-2-5 34,-1 0 0,1 2 1,-4 1 266,2 1 0,0 4-23,-4-4 1,0 7 15,0 1 0,0 5 0,0 8 0,0 1 33,0 2 0,0 5 0,0-2 1,0 4-115,0 0 1,0-3 0,0-1 0,1 1 11,3-2 0,-2 3 1,3-5-231,0-2 1,-4-1 0,3-1 0,-2 0 0,-1 0-376,3-1 0,-3-3 1,3 0-1,-4 1-169,-4 2 635,3 0 0,-15 1 0,3 0 0</inkml:trace>
  <inkml:trace contextRef="#ctx0" brushRef="#br0">19144 15134 8021,'0'-6'457,"1"-4"1,3 7 0,4 0 0,3 2-108,0 1 0,1-4 1,1 0-300,3 1 1,-2 2 0,5 1-435,-2 0 0,2 0 1,-2 0-1,0 0 314,0 0 69,4 0 0,-3 0 0,6 0 0</inkml:trace>
  <inkml:trace contextRef="#ctx0" brushRef="#br0">19532 14946 7743,'-12'0'486,"1"0"1,-1 0-425,0 0 1,6 1-1,3 2 1,6 2 7,4 2 0,4-3 0,2 2 0,1 1 35,2-1 1,4 2 0,-3 4-1,1 0-299,3-1 0,-3 5 0,0 0 0,-1-2-89,-2-1 1,-7 3 0,-5-1 154,-1 0 0,-2-2 0,-3-3 1,-3 0 0,-6-3 0,-3-4 0,4 1 0,-2-3 76,-3-1 1,3-1 0,-3-2 0,4-2 154,5-1 1,-3-4 0,7-4 0,0-2-72,2 2 0,1 0 0,1-1 0,3 0-9,4 0 0,2-2 0,1 1 0,-2 1-4,-1-2 0,-1 4 0,5-4 0,0 1 8,0 0 0,-4 1 0,-2 3 0,-1 0 77,-2 0 0,-2 1 1,-1-1 51,0 0 0,-1 2 1,-3 1-62,-4 1 0,2 5 0,-2-1 0,-1 3-105,-2 1 0,3 1 0,1 2 0,-1 2-370,1 2 0,1 0 1,3 5-1,-1 0 379,1 0 0,2 5 0,1 1 0</inkml:trace>
  <inkml:trace contextRef="#ctx0" brushRef="#br0">19826 15122 8593,'-5'-6'-212,"-2"1"1,1 3-264,2-2 0,4 3 475,4-3 0,2-2 0,6-1 0</inkml:trace>
  <inkml:trace contextRef="#ctx0" brushRef="#br0">19991 14899 8308,'-12'0'373,"0"0"0,7 4 0,4 1-265,3 2 1,7 1-1,-1 2 1,3-1 68,1-1 0,3 0 0,2 2 0,0-1-90,0-1 1,3 0 0,-5 4-1,0-2-328,-2-2 1,-1 3 0,-2-4-13,-2 4 0,-3 1 0,-5-1 136,0 1 0,-5-5 1,-4-3-1,-4-3 93,-3-1 1,0 0-1,5 0 1,-1 0 59,0 0 1,2-5 0,0-3 0,4-3 36,1 0 1,1-1 0,4 0-1,0 0-61,0 1 1,5-5 0,3-1 0,2 0-2,2 0 0,0-3 0,0 5 0,-1-1 34,1-1 1,-4 4 0,-2-3 0,0 3 0,-4 1 1,0 1-1,-4 0-142,-2 3 0,-2 3 0,-7 5 1,-2 0-316,0 0 1,-1 1 0,3 5 0,-1 4 410,-2 5 0,-10 11 0,1-2 0</inkml:trace>
  <inkml:trace contextRef="#ctx0" brushRef="#br0">19673 15781 7498,'-6'-1'623,"3"-2"-510,6-1 1,3-1 0,5 1 0,-2-3-70,-1 1 1,0-5-56,3 4 0,1-3 0,0 1 0,0 1-27,-1-1 1,1-1-1,0-2 1,-2 0 14,-2 1 1,3 0-1,-5 2 1,2 1 19,0-1 1,-4 0-1,2 0 123,-1 1 55,5 0-73,-9 1 0,4 7 0,-5 10 0,0 4 19,0 6 0,0 2 0,0 1 0,0 1-72,0-1 1,0 1 0,0-1 0,0 1-15,0-1 1,4-3-1,0-2 1,-1-1-48,-2-2 1,0 2-1,2-2 1,1 0-65,-2-2 1,1 0-182,1 3 0,-1-3 1,3 2-1,-1-2 49,-2-1 1,2 0 0,0 0-1,1-1-548,-1 1 756,-1-5 0,-4 3 0,0-3 0</inkml:trace>
  <inkml:trace contextRef="#ctx0" brushRef="#br0">4045 17427 8432,'7'-10'-4,"-1"3"1,-3-6 0,2 5 0,0 2 0,2 1-4,-1-1 0,2 2 0,4 4 0,1 0 0,1 2 1,3 2-1,0 3 0,2 4 0,-2 1 3,0-1 0,4 5 0,-3 1 749,0 1 1,4 2 0,-3 4 0,-1-1 0,-1 1-666,0-1 0,-4 1 1,3-1-1,-5 1-771,-3-1 0,3-1 1,-5-1-1,1-2-940,-3-2 1,2-2 1630,2-3 0,3-5 0,0-2 0</inkml:trace>
  <inkml:trace contextRef="#ctx0" brushRef="#br0">4457 17521 8342,'-12'0'-18,"0"0"0,0 2 1,-1 2 3,-2 3 1,0 8 0,-4 2 0,-1 0 149,2 0 1,1 2-1,5-3 99,0-2 0,2 3 0,1-1 0,2-2 0,2-1-867,2-1 0,2 0 632,1 0 0,5-1 0,2 1 0</inkml:trace>
  <inkml:trace contextRef="#ctx0" brushRef="#br0">4551 17110 8301,'1'11'0,"2"1"195,1 0 1,0 0-1,-3 0 1,2-1-586,0 1 1,5 0 0,-3 0 389,2-1 0,-4 1 0,2 0 0</inkml:trace>
  <inkml:trace contextRef="#ctx0" brushRef="#br0">4915 17592 8375,'2'-7'89,"2"2"35,3 0 1,4 4 0,1-3-1,-1 2-197,1 2 1,0 2-1,1 0 1,1 3-555,2 2 0,0-3 627,-5 4 0,6 0 0,2 3 0</inkml:trace>
  <inkml:trace contextRef="#ctx0" brushRef="#br0">4904 17827 8375,'-6'0'104,"6"-1"1,7-2-1,3-2 95,2-2 1,5 5-1,3-3 1,2 1-439,1 0 1,0-4-1,-2 4 1,-2 1 238,2 2 0,1 1 0,2 0 0</inkml:trace>
  <inkml:trace contextRef="#ctx0" brushRef="#br0">5868 17192 8375,'0'-8'62,"0"0"1,0 1-1,0-5 408,0 0-499,0 0 308,0 6 1,0-1 129,0 3 0,0-2-127,0-6 0,1 4-187,3 0 1,3 6 0,4-4-1,1 3-62,0-1 0,4-2 0,-1 4 0,0-2-220,-2 1 0,-2 2 0,1 1 0,0 0 41,0 0 0,-4 4 0,-2 1 0,-1 2 36,-2 2 1,-2 5-1,-1 2 1,-1-2 25,-3-1 1,1 3 0,-4 0 0,-1-2-79,1-1 0,-2-1 1,5 0-18,2-1 1,-4-3-1,2 0 77,2 1 0,2 0 0,2 0 0,2-1 15,-1 1 0,2-2 0,0 1 343,2 1 1,-4 1 134,0 2 1,3-4 325,-2 0 0,-2-2-341,-6 2 0,-2 1 1,-6-5-239,0-1 0,4-1 0,1 1-723,-3 1 1,1 1-1,0-2-486,1 1 0,6 1 1071,-2-1 0,8-3 0,2 4 0</inkml:trace>
  <inkml:trace contextRef="#ctx0" brushRef="#br0">6209 17145 8415,'10'-8'-439,"-1"2"0,-1 0 786,1 4 1,2 0 39,1 2 0,-1 2-177,1 2 1,-5 2-1,-3 6-125,-3 0 1,-1 5-1,0 1 90,0 0 0,-5-1 1,-3-5-1,-3 0 32,0 0 0,0-1 1,2 1-60,1 0 1,6 0 0,-2-1 0,2 1-303,2 0 0,0 0 0,0-1 0,2 0-561,2-3 0,2 2 0,6-3 0,1 1 715,3-1 0,-3-4 0,4 2 0</inkml:trace>
  <inkml:trace contextRef="#ctx0" brushRef="#br0">6479 17392 10698,'0'8'109,"0"0"-109,0 1 0,6 1 0,0 2 0</inkml:trace>
  <inkml:trace contextRef="#ctx0" brushRef="#br0">6785 17098 8414,'-12'0'35,"1"0"0,-1 0 224,0 0 0,0 1 1,1 2-1,-1 2 187,0 2 0,0-3 1,2 3-1,1 1-172,1-1 1,5 3 0,-1-2-277,3 3 1,2-1 0,2-1-318,1-1 1,5-5 0,-1 0-54,2-1 1,2-2 0,0 0 0,0 0-184,-1 0 0,2-4 0,2-1 1,0-2 223,0-2 0,-3-1 1,-3-2-1,-1 0 311,1 0 1,-3 0 0,1 1 103,-2-1 1,0 2 553,-1 2 0,-4 4 0,1 8-78,-3 4 1,-6 7-1,4 5 1,1 2-106,2 2 0,1-1 0,0 1 0,0-1-153,0 1 1,0-2-1,0-1 1,0-3-525,0-1 1,1 4 0,2-3-1,1 2-933,-1-1 0,-2-3 0,-1 2 1155,0-1 0,0 4 0,0-2 0</inkml:trace>
  <inkml:trace contextRef="#ctx0" brushRef="#br0">6080 18250 8301,'-12'-4'0,"1"-1"425,3-1 1,2 3 374,2-1 1,4 3-139,0 1 0,1 0-397,7 0 1,-4 0-527,4 0 1,0 0 0,4 0 0,-1 0-627,1 0 0,4 0 0,1 0 1,0 0 886,0 0 0,4 5 0,-3 2 0</inkml:trace>
  <inkml:trace contextRef="#ctx0" brushRef="#br0">6374 18050 8301,'-12'7'-135,"0"-2"1,0-5 361,0 0 1,6 2 0,2 1 203,3 5 1,1-1 0,1 1 0,3 1-200,4 1 1,2 3-1,2 2 1,0 0-28,0 0 0,-1 3 0,1 0 1,0 2-298,0 0 1,-5-2-1,0 3 1,-2-3-21,-2-1 0,-2-1 1,-1-5-1,0 1-3,0 0 0,-5-6 64,-3-2 0,1-2 0,1-4 0,1-2-32,2-3 1,2-4-1,1-2 1,0-1-135,0-2 1,4-5-1,1 2 1,0-2 47,0 1 0,3-2 0,-3 2 1,1-1 141,-1 2 0,3-3 0,-4 2 0,-2-1-18,0 1 1,-2 3 0,0 4 594,0-2 0,-6 2 0,-1-2-296,-4 6 1,-1 4 0,1 5-447,-1 0 1,4 0-1,1 1-183,2 3 0,-3 3 1,4 4-1,2 1-287,1 0 1,2-2 661,3-2 0,2 3 0,6-5 0</inkml:trace>
  <inkml:trace contextRef="#ctx0" brushRef="#br0">6679 18286 8972,'-11'0'1881,"4"0"0,2 1-1704,5 3 0,1 2-1063,3 6 0,-1-1 0,4-2-2251,3-1 3137,0-6 0,7 9 0,1-5 0</inkml:trace>
  <inkml:trace contextRef="#ctx0" brushRef="#br0">6809 18062 8301,'-12'0'-13,"1"5"0,4 3 127,3 3 1,2 1-1,4-1 1,2 1 351,3 0 0,8 5 1,2 2-1,0 2-336,0-1 1,2 2-1,-3-2 1,-2 1-164,-1-2 0,-5 2 0,-1-5 0,-2-1-173,-2 2 0,-2-4-9,-1 3 0,-1-4 0,-3-4 170,-4-4 1,-3-7 0,1-2 0,1-2 47,1-2 0,4-7 0,-2-2 0,0-1 2,4-1 1,0 0 0,2-3-1,2-1-110,2 1 0,1-5 1,4 1-1,-2 2 89,-2 4 0,3-1 1,-4 4-1,-2-2 285,-1 1 1,-1 4 0,0-1-13,0 3 0,-5 2 0,-3 0-284,-2 3 1,-2 3-1,0 5-432,1 0 1,-1 0 0,1 1 458,4 3 0,-4-2 0,5 3 0</inkml:trace>
  <inkml:trace contextRef="#ctx0" brushRef="#br0">5739 16828 8301,'0'-12'0,"0"0"0,0 0-132,0 0 1,0 1-1,-2-1 1,0 0-1,-4 0 539,0 1 0,3 3-137,-1 0 1,-2 5-1,-2-1-144,-3 3 1,1 2 0,1 2 0,1 2-8,-1 2 0,2 1 0,1 3 1,-1 1-29,1 0 0,-1 9 1,-2 4-1,3 3 75,0 5 1,-2 10 0,3 7 0,0 6-43,0 8 1,0 0 0,3-30-1,1 1 1,-1 1 0,0 0-47,1 0 1,-1 1 0,2 5 0,0-1-1,1-5 1,1 0 0,0 0 0,1 1 31,0-2 0,1 0 0,4 31 0,3-2 0,1-6 6,0 0 0,0-2 0,1 0 0,1-3-112,2-5 0,3 4 1,-3-7-1,0-4-29,1-3 0,-4 3 0,4-10 0,-2-2 14,1-3 0,-4-6 0,-4-2 1,1-1-32,1-3 0,2-1 1,-1-1-205,-4 0 0,3-4 0,-5-2 1,1 1-645,3-1 1,2-2-1,1 4 890,-1 1 0,6 2 0,2 0 0</inkml:trace>
  <inkml:trace contextRef="#ctx0" brushRef="#br0">6961 16733 8331,'0'-7'-40,"0"-1"1,0 4 348,0-4 1,2 5-175,2-1 1,2 12-1,7 5 1,2 4-16,0 4 1,6 7 0,-1 4-1,2 6 78,2 5 1,0 8 0,3 4 0,0 1-106,-1-1 1,-11-22 0,-1 0 0,0-1 0,-1 0 0,1 1 0,-2 0-47,1 2 0,-1-1 0,0 1 1,0 0-1,-1 0 0,0 0 0,-1 0 1,0 0-34,-2-2 1,-1 0 0,0 2 0,-1-1-1,5 32 1,-2-1 66,-1-2 0,-6 1 0,2 0 0,-1-1-283,1-3 0,-3 1 1,2-9-1,-5-1 119,-1-4 1,-7-5-1,3-1 1,-4-7 98,-1-4 1,4-4-1,1-7 1,-2-3 263,-2-3 1,1-1 0,0-2 0,3-2-34,-3-4 0,4 1 1,-2-1-57,-1-1 1,2-2-1492,0-1 1300,-1 0 0,-4 0 0,0 0 0</inkml:trace>
  <inkml:trace contextRef="#ctx0" brushRef="#br0">3222 17027 7858,'-10'-11'0,"0"-1"0,4 0 0,1 0 42,-4 1 1,7-5-1,-2-1 1,2-1-1,-1-5 1,-1-3-1,2-5 195,0-3 1,2 3-1,0-1 1,0 0-650,0-2 0,0 4 336,0 2 1,0 9 289,0 3 0,0 11 0,0 10 23,0 13 1,0 16 0,2 16 0,0 10-104,0-26 0,0 1 1,2 6-1,1 2 0,-1 0 1,0 0-1,1 2 0,1 1 6,-1 1 0,1 1 1,2 3-1,0 1 0,0 1 1,0 1-1,-1 0 0,0 0-282,0 0 1,-1-1 0,0 1 0,1 0-1,0-5 1,1 0 0,-1-2 0,1 0-20,-1-3 0,1-1 1,-2 0-1,1-1 1,-1-5-1,-1-2 1,6 30-54,-3-8 0,1-10 0,-5-7 0,-2-5 87,0-1 0,-2-6 1,0-3-1,0-6-297,0-2 0,0-1 33,0-4 0,0-7 1,0-12 390,0-3 0,0-2 0</inkml:trace>
  <inkml:trace contextRef="#ctx0" brushRef="#br0">3445 16569 8320,'-27'-5'103,"0"-3"1,0-1 0,8-1 0,3 4-105,3 1 0,5-3 0,2 3 171,1-2 0,2-1 0,8-4 1,6 1-415,3-1 0,7 0 1,-2 0-1,5 1 116,3-1 0,2-1 0,4-2 0,-2-1 123,2-3 0,5 5 0,1-3 0,0 0 36,2-3 1,-1 3-1,6 0 1,0 2 2,2-1 0,7-4 0,0 5 0,2-1 109,2-1 0,4 4 0,1-3 0,1 3-137,-31 7 0,0 0 1,31-5-1,-31 5 0,-1 0 1,1 0-1,1-1-43,2-1 1,-1 0 0,0 2-1,0-1 1,2 0 0,-1 0-1,-2 1 1,0 1-16,-1 1 1,-1 0 0,2 1 0,-1 0 0,31-6 0,-31 5 0,-1 1 31,0 1 0,1-1 1,31-5-1,-30 5 0,-1 1 1,0-1-1,0 1 13,0-1 1,0 0 0,4-1 0,0-1-1,-3 2 1,1 0 0,-1-1 0,0 0 17,-1 0 0,0 0 0,0 3 0,0 0 0,29-3 0,-2 2 5,-1 2 1,-2 0 0,-2 0 0,-3 0 16,0 0 0,-2 0 0,-4 0 1,0 0 12,0 0 1,-1 0 0,-2 0 0,-1 0-45,1 0 0,1 0 0,-1 0 0,-2 0-28,-1 0 1,2 0-1,-3 0 1,-1 0 1,-2 0 1,1 0-1,-8 2 1,1 0 84,1 2 0,-6 4 1,3-3-1,-3 0 70,-3 1 0,3 3 0,-6-3 1,1 2-83,-2 0 0,4-1 0,-4 2 0,4-3-36,0-1 1,-1-1-1,0-2 1,-1 0 31,0 2 0,4 0 1,-5-4-1,2 1-93,1 3 0,-3-2 0,-2 3 0,-1 0 71,-2 3 1,-2-2 0,-2 2 0,0 1 54,-3 2 1,2 5 0,-2 1 0,1 1 35,-1 3 0,3 1 1,-4 3-1,2 2-4,-1 5 0,3-2 1,-3 1-1,1 2 18,-1 1 0,2 5 1,-2 1-1,1 2-27,-1 3 0,2 0 0,-2 4 0,3 2-63,0 3 0,0 4 0,-2 2 0,-1 0 32,1-1 0,-2 5 0,0-7 0,1 1-115,-1-1 1,3 4 0,-2-7 0,1 3 110,-1-2 1,2 5-1,-3-4 1,1-1 3,0-2 0,0 2 0,2-3 0,-1 1 7,-1-1 0,0-1 1,4-3-1,-1 2-54,1 1 0,0 1 1,-2-4-1,-1 1-159,-1-3 0,0-7 1,4 0-1,-2-3 66,-2 0 1,3-1 0,-4 2-1,3-1 101,-3-1 1,3 3-1,-5-6 1,0 0-46,0 0 1,4-5 0,-2-6 0,-1-3 4,-2-1 0,2 3 1,-1-4-1,0-2-168,0-1 1,-1-5 0,-2 0 0,0 1-1372,2 1-38,0-3 1586,-4-2 0,0-5 0</inkml:trace>
  <inkml:trace contextRef="#ctx0" brushRef="#br0">3351 18650 7721,'-1'-18'0,"-2"2"0,0 3 0,-1 7 0,5 0 0,2 8 0,0 2 0,7 7 92,-3 9 1,3 2 0,-1 3 0,-1 1 0,1 2-34,1-2 0,1-3 1,-2-2-1,-1-1-195,1 1 1,1 0 135,2-2 0,0 3 0,0-3 0</inkml:trace>
  <inkml:trace contextRef="#ctx0" brushRef="#br0">5539 18921 7941,'58'-2'257,"1"-2"1,3-1 0,-1-3 0,-2 3-195,-2 0 1,5 4 0,-9-5-1,-2 2-14,0 1 1,0-5 0,-1 4 0,-1 1 48,-3 2 1,1-3 0,-4 0-1,2 1-46,-2 2 0,3-3 0,-5 0 0,3 0-32,-1-1 0,0 4 1,4-4-1,0 1-32,0 0 0,0-1 1,0 2-1,-1-1-1,-3 1 0,1 1 1,-3-1-1,-1-1 4,1 2 0,-2 0 1,-4 2-1,1 0 25,-1 0 0,0 0 1,0 0-1,-1 0 38,-2 0 0,0 0 1,-3 0-1,0 0 32,0 0 1,-2 0-1,-3 0 1,-1 0 42,1 0 1,-2 0 0,-1 0 0,-2 0-74,2 0 0,-4 0 1,0 0-1,-1 0 16,0 0 0,-1 0 0,-3-1 0,0-2-111,-1-1 1,1 1 0,0 3-1,0 0 71,0 0 1,-2-2-1,-1 0 105,-1-2 1,-4 0 177,4 4-256,0 0 0,3 0-60,1 0 0,-4 0 33,0 0 1,-4 0-1,3-2-27,3-1 0,-4 1 1,2-2-54,1 3 0,-2 1-40,1 0 487,-1 0-127,5 0 1,-4 0-168,0 0 1,-4 0-306,4 0 1,-5 0-245,5 0-1769,-5 0-404,2 0 2617,-5 0 0,0-5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2340 11818 8329,'-12'-17'0,"6"4"0,1-3 0,1 3 0,1 3 0,4 2 0,6 4 0,5 1 0,3 1 0,5-2 0,2 1 0,2 2 0,0 0 0,4-2 573,3-1 0,3 0 1,3 4-1,2-1-657,4-3 1,7 3 0,3-3 0,2 2 101,1 2 1,8-3-1,-5-1 1,3 1-26,2 2 0,-3-1 1,-28 1-1,1 0 1,0-1-1,0 0 14,0 0 0,1 1 0,2 0 0,0 1 0,1 0 0,-1 0 0,0 0 0,0 0-43,1 0 1,0 0 0,-3 2-1,1 1 1,0 0 0,1 1-1,-1 0 1,0 0-50,1-1 0,1 1 0,2 0 0,-1 0 1,1 2-1,0 0 0,-2 0 0,-1 0 32,-1-1 1,0 2-1,5 0 1,-1 1 0,-2 0-1,0-1 1,0-1-1,1-1-34,0 0 0,-1-1 0,3 0 1,-1 0-1,0 2 0,-1 0 1,-1 0-1,1-1 48,0-1 0,0-1 0,2 2 1,0-1-1,-1-1 0,-1 0 1,0-1-1,0 1 59,-2-1 1,1 1 0,5 1-1,0 0 1,-3-1 0,1-1 0,1 1-1,0-1 5,0 1 0,2 0 0,0-1 0,1 0 0,-2-2 0,1 1 0,0 0 0,0 1-12,-1-1 0,1 1 1,1 1-1,-1 0 0,-1-2 1,-1 0-1,0 2 0,0 0-2,0 0 0,1 0 0,2-2 0,1 1 0,-1 0 0,-1 1 1,0-1-1,-1 0-15,2 0 0,1 0 0,-1 2 0,0 0 0,2-2 1,0-1-1,-1 1 0,1 0-21,-2 1 0,1 0 0,3-3 0,0 1 1,-6 1-1,-1 0 0,2-1 0,-1 0-54,1 2 1,-1-2 0,0 0 0,0 0 0,0 1 0,-1 0 0,-1-1 0,0-1 65,0 0 0,-1 0 1,1 0-1,-1 0 1,-3 0-1,-1 0 0,0 0 1,-1 0 50,0 0 1,-1 0-1,1 0 1,-1 0-1,27 0 1,-5 0 79,-3 0 0,-7 0 0,-7 0 0,-4 0 109,-3 0 1,-3 0 0,-7 0 0,-1 0-96,-2 0 0,-4 0 1,0 0-1,-2 0-95,-1 0 1,0 0-289,0 0 1,-2 1-1,-1 2-1199,-1 1 1555,-5 5 1,2 3-1,-5 6 1</inkml:trace>
  <inkml:trace contextRef="#ctx0" brushRef="#br0">20202 11971 7955,'0'-12'0,"0"0"0,0 1-35,0-1 0,0 4 44,0 0 1,2 2 0,0-3 0,4 2 0,0 2 641,3 2 1,2 3-422,0 4-76,-4 3 0,2 10 1,-4 5-1,1 8 37,-1 9 0,3 5 0,-3 6 1,0 4-178,0 4 0,3 8 0,-3-3 0,2-2-174,2-1 1,-2-6-1,-1-2 1,1-2-43,-1-3 1,-3 1-1,2-10 1,-1-3-11,0-2 0,0-3 0,-4 1 1,0-5-48,0-5 1,0 0-1,0-5-1125,0-2 1384,0-6 0,5-3 0,2-5 0</inkml:trace>
  <inkml:trace contextRef="#ctx0" brushRef="#br0">20273 11924 7914,'0'-12'-74,"0"-4"1,0 1 39,0 0 1,0 2 0,1 2 138,3-1 1,4 4 0,8 1-1,3 1-104,4-1 1,4 1 0,3-3 0,3 1 91,3-1 0,13-2 0,2 1 0,6 1-62,6 1 1,-3 1-1,4-1 1,-1 3-120,-1 0 0,0 4 0,-6-3 1,-3 2 42,0 2 1,-2 2 0,-4 0 0,-2 4-53,-1 0 0,-5-2 0,-7 4 0,-1 0 74,-3-2 0,-4 5 0,-6-5 0,-2 2 98,-6 0 0,1 1 0,-7 5 0,-2 3 18,-1 2 1,-1 0 0,0 5 0,-1 1 115,-3 2 1,-1 2 0,-4 4 0,2-2-103,2 2 1,0 4 0,2 3-1,-1-2-107,2-2 1,0 3-1,2 1 1,0-3-23,0 0 0,2-2 0,0-1 1,4-1 16,0-2 1,-2-3 0,3 2 0,-1-2-18,1-1 0,-3-3 1,2 0-1,1-1 1,-1 1 0,1-2 1,2-1-1,-1-1 12,1 1 1,0 0 0,0-1-1,-2-1-64,-2-2 1,0 0 0,-2-3 0,1 2 11,-2-2 0,0-1 0,-4-1 1,-2-2 33,-4-2 0,-3 1 1,-5-3-1,-2-1 13,-1 0 0,-8 3 0,0-4 0,-6-2 71,-2 0 1,-5-2 0,-1 0 0,-4 0 38,-3 0 1,-6 0 0,1 0 0,-2 0 63,-1 0 0,-3-4 0,8 0 0,1 0-57,2-1 1,2 2 0,2-3 0,2-1-53,1 1 1,4 2 0,4-3 0,3 2-63,1 2 0,2 1 0,4-1 1,4-1-293,3 1 0,7 2-264,1 1 0,7 5 0,1 3 567,6 3 0,10 0 0,2 1 0</inkml:trace>
  <inkml:trace contextRef="#ctx0" brushRef="#br0">22331 12865 7909,'-12'6'0,"0"-2"0,4-3 0,1-1 0,4 0 0,-2 0 0,6-1 0,2-3 0,2-4-164,1-2 1,2-2 376,4 0 0,1-1 0,3-2 0,5-4-144,5 1 0,5-8 1,8 1-1,5-2-162,1-2 0,9-6 0,1 1 0,0-3 16,-26 16 0,0 0 0,1 0 0,-1-1 0,0-1 1,0 0-1,-2 1 0,1 0 27,-2 0 0,0 0 0,2-4 0,0 1 0,16-19 0,-2 5 146,-4 5 0,-1 2 0,-10 6 0,-1 2-34,-1 3 0,-7 7 0,-1-3 0,-1 2 157,0 4 1,-5-4 0,-4 7 0,0-1-42,-1 1 1,-3-2-1,2 3 11,0 1-524,-4-5 1,5 9-379,-6-6-11,0 5 0,0-1-133,0 8 857,0-2 0,0 8 0,0-3 0</inkml:trace>
  <inkml:trace contextRef="#ctx0" brushRef="#br0">23530 11924 7909,'-11'0'-132,"-1"0"0,0 0-333,0 0 1,4-4-1,1 0 1339,-3 1 1,4 2-476,-2 1 1,5-1 224,0-3-517,1 3 1,7-5-1,5 6 1,4 0-54,6 0 0,3 0 0,5 0 0,3 0-66,3 0 0,5 0 0,3 0 0,2 0 10,5 0 0,4 0 0,-1 0 0,1 0-23,-1 0 1,7 4 0,-4 0 0,-3 0 36,-2 1 1,-5-2-1,0 4 1,-3-2-86,-2-3 0,-2 4 0,-5-3 0,-3 0 52,-2-2 1,0-1 0,-5 0 0,0 0 10,-4 0 0,2 0 0,-4 0 0,1 0-3,3 0 1,-2 0-1,-1 0 1,0 0-68,0 0 0,-3 0 1,0 0-1,-1 0-183,-3 0 0,1 0 44,0 0 0,-7 0 0,-5 2-9,-7 2 0,-4 1 1,-4 4-1,0-2 48,0-2 0,2 4 1,1-3 179,1 1 0,-1 3 0,0-3 0</inkml:trace>
  <inkml:trace contextRef="#ctx0" brushRef="#br0">24741 12041 7428,'0'-5'173,"0"5"1,-5 3 0,-3 7 0,-2 5-13,-2 2 1,-5 4-1,-2 6 1,-5 6 164,-3 5 0,-2 3 1,-4 8-1,3-1-42,1-1 1,-2 7 0,4-7 0,1 0-137,1-3 0,1 1 0,1-6 1,0-3-60,4-3 0,1 0 1,3-6-1,0-1-50,0-1 0,2-1 0,1-2 1,1-1-132,-1-2 1,4-4 0,1 0 0,1-3-353,-1-4 1,5 2-1271,-2-2 25,3-2 1689,1-1 0,5-10 0,1-2 0</inkml:trace>
  <inkml:trace contextRef="#ctx0" brushRef="#br0">22343 13170 7838,'5'-6'26,"0"-1"1,4 5-1,0-2 1,3 0-190,2-1 246,7 3 1,-4-7 17,3 5 1,6-4 0,-1 3 0,4-1 121,3-3 1,6-2 0,5-1 0,4 1-122,6-1 0,11-1 0,0-2 0,-29 7 0,0 1-80,2-1 0,1 1 0,3 1 0,1-1 1,0 1-1,0 0 0,1 1 0,0 0-58,1 1 1,0 0-1,-2 1 1,1 1 0,-3 2-1,1 0 1,-1 0 0,-1 0 52,1 0 1,0 0 0,0 0-1,-2 0 1,-3-1 0,0 1 0,30-3-150,-6-1 1,-6 0 0,-6 4 0,-2 0 195,-6 0 1,-1 0-1,-11 0 1,-2 0-6,-4 0 1,-4 0 0,-6-1-43,-4-3 0,-1 1-202,-6-4 0,-6 4 0,-1-1 0,-4 1-299,-1-1 0,-1 3 1,-1-3 483,-2 3 0,-5-4 0,3-2 0</inkml:trace>
  <inkml:trace contextRef="#ctx0" brushRef="#br0">21519 11818 7021,'0'-12'0,"0"4"-205,0 1 936,-5 4-395,4-2 0,-10 5-159,4 0 0,0 5 0,1 3 75,0 2 0,2 2 0,4 0-162,0 0 1,0-1-1,2 0 52,2-3 0,-2-3 0,6-5-399,1 0 1,2 0 154,0 0 1,-4-5 0,-3-3-170,-3-3 1,-1 3 0,-1 1 261,-3-2 0,1 3 1,-4 2-1,-3 3 145,0 1 1,-2 0-1,2 1 1,1 2 6,1 1 0,1 5 0,-1-1 137,4 2 1,4 1 0,4-2-145,4-1 0,3-6 0,2 2 0,1-4-166,2-4 1,3-2 0,-3-6 0,-2 0 36,-1 1 0,-1-1 0,-1-1-197,-3-3 1,-3 3-1,-7-3-34,-1 3 0,-8 3 0,-5 2 0,1 4 24,-2 3 1,2 2-1,-3 3 1,1 4-200,3 2 0,2 7 1,3 3 398,1 2 0,5 2 0,-2-1 0</inkml:trace>
  <inkml:trace contextRef="#ctx0" brushRef="#br0">21472 13076 7799,'-7'-1'0,"-1"-2"0,-1-1 0,-2 2 0,3 1 72,0 1 1,5 0 776,-5 0 0,6 0-606,2 0 1,10 0-1,7 0 1,0 0-303,-1 0 1,5-4-1,-2-2 1,0 0 1,1-3 1,-6-2 0,1 0-520,-6-1 0,-4 4 446,-5 0 1,-5 5 0,-3 0-1,-3 1 287,0 2 1,-1 2 0,0 0-1,0 3 681,1 2 0,-1 1-559,0 4 1,6-5 0,3 0-212,6-2 1,3-1 0,6-5 0,1-2-119,3-1 1,-3-8 0,2 2 0,-2-2-276,-1-2 1,-1-1 0,-3 2 90,-5-2 0,-1 2 1,-4-3-1,-3 4 15,-7 4 1,-1 3 0,-6 5 0,-1 0-71,2 0 1,-3 4 0,4 1 0,0 2-274,0 2 1,1 3 561,5 3 0,-1-2 0,0 4 0</inkml:trace>
  <inkml:trace contextRef="#ctx0" brushRef="#br0">20426 12912 8015,'-12'0'88,"4"1"0,0 2 1,-1 1 446,-1-2 0,2 3 168,0-1 0,2 5 105,-2-1-723,3 3 1,10-5 0,3-2 0,2-3-180,2-1 0,0 0 1,-1-1-129,1-3 1,0-1-1,-2-4-309,-2 1 1,-3 4 382,-5-4 1,-5 4 0,-3-2 73,-2 1 1,-2 1-1,0 5 1,1 3 331,-1 4 1,0-2 0,2 2 0,0 1 140,3 2 1,4 0 0,-1 1-235,3 0 0,2-2 0,4-2-184,7-4 0,0-2 0,5-2 1,-2 0-156,1 0 0,0-4 0,-4-2 0,-2 0-27,-2-3 1,1-2 0,-5-1 55,-1 1 0,-3 3 0,-4 1-838,-4 2-295,-3 1 1278,5 4 0,16 5 0,10 2 0</inkml:trace>
  <inkml:trace contextRef="#ctx0" brushRef="#br0">24730 12018 7741,'6'-1'41,"-2"-3"0,-4 2 808,-4-1 0,2 1-630,-6 2 1,4 0 0,-3 2-1,2 1-6,3 5 0,0-1 1,2 1-136,0 1 1,2 0 0,0 0-170,2-1 1,5-5 0,0 0 0,4-1 82,3-2 1,0 0 0,-3-2 0,1-1-343,2-5 1,0-3 0,-6-1-1,-1 1 77,-1-1 0,-5 0 0,1 0 306,-3 1 1,-10-1-1,-3 1 1,-2 2 72,-3 1 1,0 6-1,-4-2 1,2 3 244,2 1 0,-2 1 0,3 3 196,2 4 1,2 2 0,4 2-268,4 0 1,3-4 0,2-1-261,3 3 1,4-5 0,6-1 0,3-3-101,2-1 1,-1-4-1,3-1 1,-3-2-9,-1-2 0,-1-1 0,-6-2 0,-2 0 88,-4 0 1,-3 1 0,-1-2-1,-1-2 32,-3 0 1,-6-1 0,-7 4-1,-2 2-36,-2 2 1,3 1-1,0 5 1,1-2-194,3 1 0,-3 7 0,1 5 0,1 6-240,2 4 1,2 7-1,-1 3 1,1 0 436,4 0 0,-4 3 0,5-2 0</inkml:trace>
  <inkml:trace contextRef="#ctx0" brushRef="#br0">24177 12947 7962,'-18'6'0,"1"-2"135,0-2 0,4-1 1,-2 3-1,5 2 132,2 1 0,4 2 1,-2-4 195,0 2 0,-1 1 0,4 2-228,4-2 0,1 1 0,7-5 0,2-1-96,4-2 0,6-1 1,-2 0-1,4 0-464,0 0 0,-1-1 0,-2-3 0,-4-4 136,-3-2 0,-2-2 1,0 0 148,-3 0 0,-3 0 0,-5 1-4,0-1 0,-5 1 0,-3 2 0,-3 3 213,0 1 0,-6 1 1,-3 4-1,-1 0 235,2 0 1,-2 5-1,4 3 1,0 1-135,0-1 1,5 2-1,5-2-13,2 2 1,1 2 0,6-1-137,1-3 0,4-3 0,6-5 1,3 0-502,3 0 1,2-4 0,-1-1 0,-5-2 100,-1-2 0,-4-2 0,-2 0 1,-4-2 157,-3-3 0,-1 3 1,0-3-1,-3 4-17,-4 5 1,-1-4-1,-9 3 1,1-1-170,0 1 1,-3 2 0,2 3-1,-1-1-538,-3 2 1,0 4 0,0 3 844,1 2 0,1 1 0,-5 4 0</inkml:trace>
  <inkml:trace contextRef="#ctx0" brushRef="#br0">22096 12994 7891,'-7'5'0,"3"3"0,3 3 0,1 0 0,1 1 0,2 0 426,1 0 1,5-5 0,-1 0 158,2-2 0,2-1 0,1-4 0,1 0-425,2 0 0,5-1 0,-1-3 0,2-4-508,1-2 0,-4-2 0,-2 0 0,-3 0 65,-2 1 1,1-1 0,-9 0-1,0 2 121,1 2 0,-4-3 0,3 3 0,-4-1 96,-4 1 0,-4-1 1,-6 5 269,-2 2 1,1 0-1,3 2 1,0 0 115,0 0 0,1 6 0,-1 1 1,1 4 39,3 1 1,-1-1-1,4 1 1,0 0-165,0 0 0,1 0 0,4-1 0,1 0-82,3-3 1,2 1 0,8-5-1,0 0-153,2 1 0,5-4 0,-2 3 0,3-4-245,2-4 0,-1-1 1,0-4-1,-4 1-19,-3-1 1,-3 0 0,-3-1 0,0 3-6,-3-3 0,-4 0 1,0-2 227,-6 0 0,-5 5 1,-6 0-1,-3 2 262,-2 2 1,1 2 0,-3 2 0,3 2 337,1 1 0,-1 5 0,5-1 0,2 1 209,1-1 0,5 2-529,1-2 0,4 1 0,4-1 0,3-4-86,4-3 0,2-1 0,3 0 0,2-1-247,0-3 0,-1-1 0,-5-4 0,-2 1-57,-2-1 1,-3-2 0,-5-1 0,0 1 96,0-1 0,-1 4 1,-3 2-1,-4 0 9,-2 4 1,-6 0 0,-1 2 0,0 0-213,0 0 0,2 6 0,4 3 0,3 5-736,4 6 0,3 6 1032,1 1 0,16 11 0,3-1 0</inkml:trace>
  <inkml:trace contextRef="#ctx0" brushRef="#br0">20344 12970 8022,'0'-7'105,"0"-1"1,0 4 0,1-3 0,1 1-1,4-1 1,-1-2 0,1 0-838,1 1-30,1-2 127,-2 8 449,5-8 1,-5 3 185,6-4 0,5-6 0,1-2 0</inkml:trace>
  <inkml:trace contextRef="#ctx0" brushRef="#br0">20861 12488 8003,'22'-21'0,"-1"-2"0,-3-2 48,-1 0 0,-1 6 1,-4 0-1,0 2 51,-1 3 1,0-3-1,-2 1 1,-1 2-275,1 1 0,0 4 1,0 0-1,-1-2 18,1 2 0,-2 0 0,1-4 0,1-2 99,1 0 1,3-1 0,2 3-1,2-1-272,1-2 1,0 0-1,3 3 330,-1-2 0,-1 1 0,5-3 0</inkml:trace>
  <inkml:trace contextRef="#ctx0" brushRef="#br0">21331 11947 8000,'0'-11'0,"-1"0"22,-3 3 0,3-2 212,-3 2 1,3-2-617,1-2 0,5 5-147,3 3 0,2 3 529,2 1 0,0 5 0,-1 2 0</inkml:trace>
  <inkml:trace contextRef="#ctx0" brushRef="#br0">20496 12888 6936,'12'-12'-71,"-1"1"1,-1 0 0,-1 2-29,0 1 0,8 0 1,-5-3-1,1-1-399,0 0 498,4 0 0,2-5 0,4-1 0</inkml:trace>
  <inkml:trace contextRef="#ctx0" brushRef="#br0">21472 12030 8017,'0'-12'125,"0"0"1,0 4-1,-1 2 336,-3 1 1,3-5-503,-3 3-223,3 1 0,2 1 1,3 5-878,4 0 1141,-3 0 0,5 5 0,-3 2 0</inkml:trace>
  <inkml:trace contextRef="#ctx0" brushRef="#br0">21496 12077 8003,'-4'12'52,"0"-1"0,-4 1 1,3 0-1,0 1 15,0 3 1,1-3-1,4 4 1,0-2-307,0 1 1,0 1-1,0-3 1,0 3-584,0 2 822,0 0 0,0-1 0,0-1 0</inkml:trace>
  <inkml:trace contextRef="#ctx0" brushRef="#br0">21508 12653 7598,'-2'18'-466,"0"-2"0,-2-3 550,1-1 1,2 0 0,1-1 0,0 1-34,0 0 1,0 1 0,0 1 0,0 2-724,0-2 672,0-1 0,-5 4 0,-2 2 0</inkml:trace>
  <inkml:trace contextRef="#ctx0" brushRef="#br0">21508 13029 7949,'0'12'493,"0"0"0,0-4-700,0-1 1,0-3-1,0 4 207,0 1 0,-6 2 0,0 1 0</inkml:trace>
  <inkml:trace contextRef="#ctx0" brushRef="#br0">20579 13159 7853,'-12'-6'203,"0"-1"1,6 0-174,2-1 0,9 4 1,5-2-1,6 0-224,2 4 1,2-3-1,5 1 1,2 0-202,5-1 1,2 3-1,1-2 395,0 3 0,0-4 0,1-2 0</inkml:trace>
  <inkml:trace contextRef="#ctx0" brushRef="#br0">21308 13029 7853,'12'0'16,"-1"0"1,-3 0 699,0 0-1859,-5 0 1143,2 0 0,0-5 0,2-1 0</inkml:trace>
  <inkml:trace contextRef="#ctx0" brushRef="#br0">24624 11994 7891,'0'-11'0,"0"-1"0,0 0 648,0 0 1,0 5-239,0-1 0,0 4 0,-1-3-22,-3 2 1,-3 1-435,-5 4 0,-1 5 0,-1 3 0,-3 3-983,-1 0 1,2 2 0,-4 2 1028,-1 1 0,-1-1 0,-1-3 0</inkml:trace>
  <inkml:trace contextRef="#ctx0" brushRef="#br0">23918 12300 7891,'-22'0'-74,"3"0"0,-2 1 0,5 2 0,3 2-211,4 2 0,0-3 0,3 4 0,0 1 285,-3 1 0,-7 2 0,-2 0 0,-6 0 0</inkml:trace>
  <inkml:trace contextRef="#ctx0" brushRef="#br0">22731 12876 8257,'-28'7'0,"-1"-2"0,1-1 427,-1 0 0,5 0 1,6-4-1,1 0 88,3 0 1,1 0 410,1 0-1464,5 0 0,7 4 0,8 0 0,3-2 538,1 0 0,4-2 0,3 0 0</inkml:trace>
  <inkml:trace contextRef="#ctx0" brushRef="#br0">22484 12994 7891,'-8'4'11,"0"0"1,0 0 673,-4-4-517,6 0 0,7 0 1,10-2-379,3-1 0,7 1 0,-1-3 210,2 0 0,6-2 0,3-5 0</inkml:trace>
  <inkml:trace contextRef="#ctx0" brushRef="#br0">23154 13088 7889,'1'-12'210,"3"1"0,3 3 1,6 1-1,2 1-140,5-1 1,2 3 0,3-2 0,1 0-241,2 4 1,0-3 0,-1 1 0,1 1-48,2 2 0,2 1 1,3 0-1,0-2 217,1-1 0,4 1 0,2-3 0</inkml:trace>
  <inkml:trace contextRef="#ctx0" brushRef="#br0">23989 12982 7889,'12'0'281,"-1"0"1,1 0 0,0 0 106,0 0 0,-1 0-587,1 0 1,0 0-1499,0 0 1697,-1 0 0,1 0 0,0 0 0</inkml:trace>
  <inkml:trace contextRef="#ctx0" brushRef="#br0">24212 12923 6755,'7'-5'-501,"-2"-1"1,-4-6 1138,3 0 1,2 0-639,1 1 0,9-6 0,-3-2 0</inkml:trace>
  <inkml:trace contextRef="#ctx0" brushRef="#br0">24436 12418 8026,'4'-24'0,"1"1"0,0 1 499,0 2 0,4-2 1,-1 2-1,3-1-184,1 2 1,-1 0-1,1 5 1,0-2-695,0 2 1,-2 1 0,-1 1 0,-1 2-214,1 2 0,-2-3 0,1 3-1150,1-2 1742,-4-2 0,5 1 0,-3-1 0</inkml:trace>
  <inkml:trace contextRef="#ctx0" brushRef="#br0">24647 12053 7889,'-1'-12'302,"-3"1"264,-4-1 1,3 4-338,1 0 396,3 0-625,1 2 0,-5 6 0,-2 6 0</inkml:trace>
  <inkml:trace contextRef="#ctx0" brushRef="#br0">24483 12065 7889,'-8'4'0,"0"1"-266,-1 2 0,-5-3 0,-3 3 0,0 3 210,0 0 0,-4 6 0,0-1 1,-4 1 122,-2 1 0,-7 0 0,0 4 0,-7-1 65,-5 0 0,2 3 0,-8 0 1,-1 1 1,5-2-1,-3-1 1,4-3-1,4-1-45,4-3 1,7 3-1,5 0 1,2 0-390,2 0 1,4-1 0,2-3 0,0 2 300,-2 0 0,-3 1 0,-2-4 0</inkml:trace>
  <inkml:trace contextRef="#ctx0" brushRef="#br0">23366 12665 7889,'-19'13'-346,"-7"1"1,3-9 0,-1 1 980,3-1 0,0 0 0,6-2 0,0 2-327,2 1 0,2-2 0,-1 4 0,0 1 271,0 2-579,0 1 0,-5-1 0,-1 1 0</inkml:trace>
  <inkml:trace contextRef="#ctx0" brushRef="#br0">22648 13018 7991,'-24'0'0,"-1"0"321,1 0 0,-1 3 0,10 1 0,0 0-580,2 1 0,5-3 1,2 3 258,1 0 0,-5 2 0,4 5 0</inkml:trace>
  <inkml:trace contextRef="#ctx0" brushRef="#br0">21343 12100 7958,'-12'0'0,"1"0"0,-1 0 184,0 0 0,-4 0 0,1 0 0,-1 0 0,0 0 164,1 0 0,-5 4 0,4 0 0,2 0-119,1 1 1,1-3-1,2 3 1,1-1-510,1 0 110,5 0 0,-1-1 0,8 1 0,4-1-83,2-2 1,3-1 0,2 0 0,2 0 50,1 0 1,-4 0 0,3 0 103,0 0 0,-3 4 0,0 1 78,-5 2 1,-4 1-1,-6 4 151,-3-1 1,-2 5 0,-8 0-1,-1-2 21,-5-1 0,-2 0 0,-2 2 0,1 0 24,-1 0 0,5-2 0,1-3 1,1-1-77,2-1 1,3 0 0,5 4-155,3 0 0,2-5 0,4 0-133,2-2 1,-1-1 0,8-3 0,3 2 0,2 1-13,1-2 1,4 0 0,-3-2 0,0 1 93,-2 3 1,-3-3 0,-2 5 72,-4-1 0,-1-3 1,-8 6 236,-2 1 1,-2 1 0,-7-1 0,-3-2 7,-3 3 0,-4 0 0,0 2 0,-1 0-68,1-1 1,-1-3 0,2-1-1,3-1 120,3 1 1,7-3-365,1 4 0,5-5 0,1 4 0,4-2-209,6-2 0,4-2 1,4-1-1,2 0 141,0 0 1,4 0 0,-2 1 0,1 2-12,-2 1 1,2 1 69,-5-1 0,-3 3 0,-9 4 290,-8 1 1,-9 0 0,-4-2 0,-1 0 68,-3-3 1,-5 1-1,-2 4 1,2-2-8,1-2 1,7 1-1,2-5 1,3 0-200,1 2 1,6-4-140,2 6 1,8-5 0,5 0 0,5-1-19,6-2 1,6 0-1,3 0 1,1 0-25,3 0 0,-3 0 0,0 0 1,-1 0 35,-3 0 0,-3 0 1,-3 1-1,-5 2 88,-1 1 0,-8 5 141,-2-1 0,-13 2 1,-7 2-1,-5-2 4,-2-2 1,-1 1-1,1-4 1,-1 1 395,1-1 1,4-1-1,4-4 128,2 0-795,6 0 1,7-1 0,9-2 0,4-2-390,3-2 0,5 5 0,-2-2 1,2 2 526,-1 2 0,7-5 0,-2-1 0</inkml:trace>
  <inkml:trace contextRef="#ctx0" brushRef="#br0">24306 12359 7916,'-11'0'-1364,"-5"4"1933,0 0 1,-5 4 0,2-3 0,-5 1-162,-3 4 1,2-4-1,-2 2-341,2 1 1,5-4 0,2 1 0,1-3-1,4 3 430,4 0-690,-2-3 1,11 3 0,0-3 12,7 1 0,-1 0 1,1-3 34,-2 3 0,-1-1 0,-4 4 108,0 3 1,-5-1 0,-3 0 0,-4-1 174,-4 1 1,-1 0 0,-3 0 0,1-2-54,2-2 1,2 3 0,4-3 0,2 0 80,1 0 1,6 1-301,-2-2 0,4 1 1,4 3-1,2-3-122,1 0 1,3-2 24,-2 5 1,-4-1 203,-4 5 1,-11 0 0,-7-2 0,-3 0 159,-2-3 0,2 0 1,-7 2-1,5-2 1,2-2 750,1-3 0,6 1-467,-2 1 1,10-3-449,6 3 1,6-2 0,10-4 0,3 0 38,4-2 1,-4-2-1,0 4 1,-2-2-527,-3 1 0,-1 2 283,-1 1 1,-7 0 0,-6 0 319,-10 0 1,-4 4-1,-6 1 1,1 0-145,-1 1 1,0-1-1,2-1 1,3 2-570,3 1 1,2 7 627,4-2 0,-4-3 0,5-4 0</inkml:trace>
  <inkml:trace contextRef="#ctx0" brushRef="#br0">21602 11418 7984,'-4'-12'0,"0"1"0,1-1 0,2 0 0,1 0 0,0 1 0,0 4 746,0 2 1,0 8 0,0 3-363,0 6 1,4 6 0,0-1 0,-2 1-184,0 3 0,2 2 1,1-1-1,0-1-375,0-2 0,1-4 0,-4 0 48,2-2-83,0-6 1,-4-3 0,0-8 0,0-4-6,0-2 1,-4-3 0,0-2 106,2-1 0,-4-4 1,2 1-1,2 0 0,1-1-77,1-1 0,0-1 0,0 0 0,0 1 94,0 1 0,5 6 0,1-2 0,2 4 115,0 5 0,0-3 1,4 7-1,-1 0 64,1 2 1,-4 1 0,-2 1 0,1 2 117,0 0 0,-5 7 0,2-3-23,-3 4 0,-5 1 0,-1-1 0,-3 0-52,-5-3 0,2 2 0,-6-2 1,1 1-141,0-1 1,-3 2-1,3-3 1,2 1-417,0 0 0,7-4 0,0 3-899,2 3 1,1-4 1322,4 2 0,10-5 0,3 2 0</inkml:trace>
  <inkml:trace contextRef="#ctx0" brushRef="#br0">21755 11465 7984,'6'6'0,"-2"1"529,-3 4 0,-1 1 1,0-1 126,0 1 1,0 0-711,0 0 0,2-6 193,2-2 0,-3-4 0,3-4-210,-3-4 1,-1-2 0,0-2 0,0 0-25,0 1 0,0-1 0,0 0 199,0 0-412,0 1-357,0-1 1,0 10-1,0 6 665,0 6 0,11 1 0,2 1 0</inkml:trace>
  <inkml:trace contextRef="#ctx0" brushRef="#br0">24518 11465 7984,'8'0'245,"-2"2"0,1 0 1,-2 3 43,0 2 1,5 1 0,-4 4 0,2-1-21,0 1 1,-4 0 0,2 0 0,1-1 153,-1 1 0,-3-4 182,1 0-570,-3-6 0,-2 4 1,-3-9-186,-4-5 0,-1-4 1,0-8-1,2 1 66,2 2 0,1 0 0,4 2 0,0-4-13,0 1 1,4-3-1,1 4 1,2 0 6,2 0 1,1-2 0,2 3 0,0 3-145,0 4 0,-1-1 0,1 7 279,0 0 0,0 2 1,-2 2 203,-2 3 0,-3 2 1,-5 6-1,0 0 48,0 0 1,0-1 0,0 1 0,-1 0-72,-3 0 0,1-1 0,-4 1 1,-3 0-17,0 0 1,-3-2 0,-2-1 0,0-2-749,0-2 0,2 3 1,2-4-2416,-1-2 2179,0 5 1,7-6 0,5 3 0,6-2 773,5-2 0,6-6 0,1 0 0</inkml:trace>
  <inkml:trace contextRef="#ctx0" brushRef="#br0">24847 11501 9379,'0'11'403,"0"1"1,4 0 0,0 0 0,-1-1-110,-2 1 0,-1 0 0,0 0-10,0-1 1,0-3 869,0 0-1313,0-5 1,0 1-32,0-8 1,0-3-1,0-5 1,0 1 86,0-1 1,0 0 0,-1 0 0,-2 1-43,-1-1 1,0 0 23,4 0-922,0 1 757,0 4 1,0 3-1182,0 8 0,2-3 1467,2 3 0,2-2 0,6-2 0</inkml:trace>
  <inkml:trace contextRef="#ctx0" brushRef="#br0">24930 11136 7984,'0'-12'105,"4"1"568,-1-1 1,3 1-144,-2 3 0,-2 3 0,6 5-208,1 0 0,-2 5 1,-1 3-1,0 3-66,-4 1 0,3-1 0,-1 1 0,0 0-548,1 0 1,-3 3 0,2 2-1,-3 1 292,-1 3 0,-5 2 0,-2 0 0</inkml:trace>
  <inkml:trace contextRef="#ctx0" brushRef="#br0">20108 13382 8414,'0'12'398,"0"0"0,0 1 0,0 1 0,2 3-182,2 1 1,-3-2 0,4 2 0,-1 1 6,0-1 0,0-4 75,-4 2 1,0-3-624,0-1 210,0-1 0,-4-5 0,0-6 1,1-7-44,2-3 1,1-3 0,0-3 0,0-4-94,0-2 0,1-1 0,3-1 0,4 1 91,3-1 0,0 2 0,1 2 0,0 5 118,0 2 1,-1 5 0,1 1 0,0 2 170,0 2 0,-1 2 1,0 2-74,-3 3 1,1 3-1,-5 5 1,-2-1 96,0 1 0,-2 0 0,-2 1 0,-2 1-92,-3 2 0,-4 0 0,-2-5 0,-1 1 60,-2 0 0,-4 0 0,5-1 0,-1 1-268,-1 0 1,5-4-1,1 0 1,4-1-527,2 0 0,5 2 0,0-5 0,6-1 673,5-2 0,1-1 0,5 0 0,1 0 0</inkml:trace>
  <inkml:trace contextRef="#ctx0" brushRef="#br0">20367 13629 7947,'7'7'1975,"-2"-1"-1695,-5-2 0,0 3-232,0 4 0,0 1 0,0 0 63,0 0 1,-2-5 0,0 1 0,-2 1-130,1 2 0,2-3 0,0-2 0,-2 1 94,-1-1 0,0-2-4,4 4 0,2-5-195,2 1 1,-2-3-1,6-1 1,1 0-405,2 0 0,0 0 0,2-1-215,3-3 0,1 2 0,3-3 244,-5 0 1,-6 2 497,-1-5 0,0 1 0,4-5 0</inkml:trace>
  <inkml:trace contextRef="#ctx0" brushRef="#br0">22307 13558 7944,'0'12'-832,"0"0"1103,0 0 0,0 3 0,0 1 1,0-2-1,0 0 0,0-3 408,0 1-551,0 0-121,0 0 1,0-5-1,0 1 43,0 1 0,-1-3 1,-3-2-37,-4-3 0,2-2 0,-1-3 0,2-4-5,2-3 1,-2-4 0,1-2 0,2-2-200,0-2 1,6-1-1,1-1 1,2-1 90,2 1 1,3 3 0,2 2 0,3 1 86,2 2 1,-4 6 0,3 3 0,-1 1 65,-2 2 1,-2 2 0,-1 1 59,-1 0 1,0 5 0,-3 3 0,-4 2 76,-3 2 1,-1 4-1,0-1 1,-1 0-56,-3-2 0,-3 2 0,-5 1 0,1-2 97,-1-1 0,-1-5 0,-2 0 1,0 0-115,0-1 1,2-1 0,2-3-1,-1 1-1091,0-2 1,4 0-1163,0-2 2134,11 0 0,-2 0 0,11 0 0</inkml:trace>
  <inkml:trace contextRef="#ctx0" brushRef="#br0">22460 13723 9056,'8'-4'668,"0"0"0,-4 0-847,4 4 0,-6 2 224,2 2 1,-3 2 0,-1 6-8,0 0 0,-3-1 0,-3 0 0,1-2 149,0-1 0,1-4-11,4 4 0,0-5 0,1 4-276,3-2 1,3-1 0,4-4 0,1-1-341,0-3 0,4 3 0,-1-5 0,1 2-1223,1 1 1663,-4-7 0,4 4 0,-5-6 0</inkml:trace>
  <inkml:trace contextRef="#ctx0" brushRef="#br0">22660 13370 7888,'-8'6'702,"0"1"1,6 4 0,-2 1 0,4-1-890,4 1 0,-2 0 1,5 0-1,-1-1 187,1 1 0,1 0 0,4 0 0</inkml:trace>
  <inkml:trace contextRef="#ctx0" brushRef="#br0">21331 13464 7998,'0'19'0,"0"-4"215,0-2 0,0 0 0,0 3 0,0 2 0,0 3 0,0 0 355,0 0 1,0 4-434,0-5 0,2-3 1,0-2-1,2-2-105,-1-1 0,-1-4-22,2 0 0,-4-6 0,2 1-42,-5-6 0,-2-3 0,2-7 0,-1-3-72,2-4 1,0-2 0,2-1 0,0-1-52,0 1 0,0-1 0,0 1 0,0-2 64,0-3 0,2 4 0,2-4 1,2 5 57,1 3 0,2 3 0,-4 5 0,1 1 19,4-1 0,0 5 1,2 3 209,0 3 0,-5 1 0,1 1 14,1 3 1,-3 3-1,-2 5 1,-3 1-81,-1 2 0,0-2 0,0 4 1,-1-1-40,-3 0 0,-2 3 1,-3-3-1,1-2-17,-1-1 0,-1-1 0,-2 0 1,0-2-611,1-2 1,-1 3-767,0-4 1,2 0 185,2 1 0,4-6 1116,8 2 0,2-8 0,6-2 0</inkml:trace>
  <inkml:trace contextRef="#ctx0" brushRef="#br0">21555 13664 7918,'-12'0'1556,"5"-1"-405,4-3-1196,1 3 0,6 1-162,0 8 1,0-2 0,-4 2-368,0 1 1,0 2 264,0 0 1,5 0 353,3-3 0,-1 1 1,0-5 87,3-2 1,-5 5 98,-1 1 1,-4-2-1,-4 2 49,-4 1 0,-3-4 1,0 1-151,-1-1 1,0-4-1,2 4-884,2 1-575,-3-5 1328,10 4 0,-4 0 0,5 2 0</inkml:trace>
  <inkml:trace contextRef="#ctx0" brushRef="#br0">24106 13453 7789,'-6'1'0,"2"3"0,3 4 248,1 2 1,0 2-117,0 0 1,0-1 0,0 2-1,0 3 212,0 4 0,4-3 0,0 0 0,-1-2 377,3 1 1,-5 0-1,4-6-1125,0-2 341,-3-3 1,-1-14 0,-6-4 0,0-4-187,-1-4 0,1-1 1,3-2-1,-2 1 33,1-1 1,2 1 0,1-2 0,1 0 121,3 2 0,2-6 0,6 9 0,0 2 115,0 0 0,0 9 0,-1-2 0,1 5 166,0 3 0,0 2 0,-1 2-31,1 3 0,-5 2 0,-3 6 128,-3 0 0,-1 1 0,0 1 0,0 2 1,-1-2 104,-3 0 0,1 1 0,-6 1 0,-3-3-282,-2-4 0,-3 2 0,2-5 1,0 1 49,0-3 0,2 1 0,1 0-2532,1 2 2375,4-5 0,7-2 0,7-6 0</inkml:trace>
  <inkml:trace contextRef="#ctx0" brushRef="#br0">24353 13547 7789,'0'6'1766,"-1"-1"-1489,-3-5 1,3 2 21,-3 2 0,1-3-108,-1 3-223,3 2 1,1 0-3,8 1 0,-3 4-162,-1-3 1,-3-2 0,-1 2 198,0 1 0,0-2 0,-1-1 154,-3 0 1,2 1 0,-6-3-64,-1-1 0,-2-2 0,-1-1-44,1 0 0,-1 0-635,0 0 1,6-1 0,3-3-524,6-4 1,3-2 1107,6-2 0,0-5 0,-1-1 0</inkml:trace>
  <inkml:trace contextRef="#ctx0" brushRef="#br0">24389 13135 9204,'5'12'823,"1"0"0,6-1-740,0 1 0,-4 0 0,-2 0 0,1-1-83,-1 1 0,-3 0 0,2 0 0</inkml:trace>
  <inkml:trace contextRef="#ctx0" brushRef="#br0">21813 11853 8128,'-1'-8'-172,"-3"1"177,3 4 1,-6-2-1,5 4 1,-3-2 194,-2-1-104,4 0 1,-1 4-41,8 0 1,4-5 0,7-3 3,0-2 1,7-2-1,1 0 1,4 0-217,3 1 1,5-5-1,6-1 1,1-1-11,2-3 1,7 0 0,4-1-1,3-1 113,0-2 1,2 3-1,2 3 1,1-1 42,-2 2 0,-29 7 1,1 1-1,0 2 1,1 0-1,0 1 1,1 0 14,1 0 0,-1 1 0,30-5 0,0 2 0,-31 6 1,-1 0-7,2 0 1,1 0-1,1 1 1,1 0 0,-1 2-1,0 0 1,-2 0-1,1 0-10,1 0 1,0 0-1,1 0 1,1 0 0,-3 1-1,1 0 1,-2 0 1,-1 2 0,0-1 0,-1 2 0,27 8-1,1 0 1,-2 0 33,-2-1 1,2 1 0,-8 0 0,-1 0 23,-2-1 0,-2 5 0,-3 0 0,-4-2 1,-2-1 1,-7-1 0,-1 0 0,-3-2 247,-3-2 1,2 2 0,-9-3 650,-2-1-381,-6 0-300,-3-6-2015,-5 0-203,5 0 1951,-3 0 0,8 0 0,-3 0 0</inkml:trace>
  <inkml:trace contextRef="#ctx0" brushRef="#br0">24483 11548 8377,'-11'-2'0,"2"0"1067,1-2-812,6 0 1,-5 4 0,5 1-146,-2 3 1,0-1 0,4 5 0,1-1-240,3 0 1,-3 3 0,5-2-1,-1 3 68,3 0 0,-2 1 1,2-1-1,0-2-94,-2-1 0,3-4 261,-5 3 0,0-3-131,-4 4 0,-1-5 0,-3 1 0,-4-3-262,-2-1 1,-2 0 0,0 1 0,-1 2 286,-2 1 0,-4 5 0,-4-3 0</inkml:trace>
  <inkml:trace contextRef="#ctx0" brushRef="#br0">20802 12841 6871,'-12'8'0,"1"-2"0,-1 1-378,0 0 0,0-5 0,1 2 378,-1-3 0,0-1 0,0 0 0</inkml:trace>
  <inkml:trace contextRef="#ctx0" brushRef="#br0">20590 12912 7297,'-6'-2'28,"2"-2"563,3 3-428,1-9 1,1 3-112,3-5 0,-1 5 1,4 0-1,3 2-71,0 2 1,2-3 0,0-2 0,1-3-27,2 0 1,4-1-1,4 0 1,1 0 27,-1 1 0,5-3 0,0 0 0,2-2 110,3 2 1,5-3 0,4 0 0,2 0 31,4 0 1,6-2 0,1 2 0,2 0-115,4 0 0,-25 8 0,1 2 1,28-5-1,-31 6 0,0 0 8,0 0 1,0 1 0,0-1 0,0 1 0,1 0 0,-1 1 0,30-3-8,-1 2 0,-2 1 0,-2 4 0,-1 0-17,-4 0 0,6 4 0,-5 1 0,-2 2 32,-4 2 0,0 2 0,-4 2 0,-4 1-10,-2 2 0,-5 3 0,-4-2 1,-1 0-7,-3 0 1,-1 3-1,-2-4 1,0-2 26,-4-1 0,-2-1 1,-4 0-1,0-1 172,-1 1 0,2-4 268,-6 0 458,-3 0-856,1-2-930,-6-1 0,0-6 0,-2-2-68,-2-1 0,3-1 605,-3 1 0,3 2 0,0-5 313,-3 2 0,1-3 0,-3 3-92,0-2 0,-3 5 1,3-3 686,-1-1 1,-3 5 1141,2-3-309,-3-2-1162,5 4 1,1-2-1,6 7 1,3 1-234,4-2 0,2 4 1,2-1-92,0 1 1,-1-3-3,1 1 1,-4 1 148,0-1 0,-7 0 0,-1-5-160,-6-3 0,-5 3 1,-1-3-1,-1 2-376,-2 2 1,2 0-1,-3 0 1,3 0 446,1 0 0,-5 6 0,-1 0 0</inkml:trace>
  <inkml:trace contextRef="#ctx0" brushRef="#br0">21602 13300 7788,'8'4'-70,"-1"1"0,4 1 0,2 5 227,3 3 0,1-1 0,-2 4 0,5 0 27,2 3 1,-1 2-1,1 2-114,3-1 0,5 5 1,-1 0-1,0 1 6,-1 0 0,9 0 1,-2-2-1,3 3 9,3 0 1,0 4 0,8-4 0,2 1-63,4 1 1,-2-6-1,3 1 1,3-2-24,3-1 1,-29-14 0,0-1 0,31 10-1,-1-2-15,-3-3 0,-26-6 1,0 1-1,27 7 0,1-2-62,0-1 1,0-2 0,-3-4 0,-2-3-139,-2-2 1,-1-2 0,-6-2 0,0-2 71,-2-3 0,-3-5 0,2-3 0,-4-2 17,0-1 1,-1-5 0,-2-6 0,2 0 58,-3 0 0,4-7 0,-2 1 0,-1-2 159,-1 0 0,-3-1 1,-3 1-1,-4 0 119,-2-1 1,-1 0-1,-2 3 1,-3 0-105,-3-1 0,-3 6 1,-2 3-1,-2 2 353,-1 2 0,-6 4 0,2 4 1,-2 1 5,-2 3 0,0 3-1257,0 0 80,0 5 1,0 0 180,0 6 0,-6 4 1,-2 5 121,-2-1 1,-2 1 0,0-1 0,1-2 407,-1-1 0,-5 0 0,-1 3 0</inkml:trace>
  <inkml:trace contextRef="#ctx0" brushRef="#br0">23860 13406 8219,'-12'0'382,"0"0"0,7 0 1,5 0-344,6 0 0,9-2 1,2 0-1,0-4-110,0 0 0,4-1 0,-3-2 0,0 1 164,-2-1 1,-3 0 0,-1 0 0,-1 2 288,1 2 1,-4-3-152,0 4 0,-6 2-75,2 6 1,2-2 0,-2 6-1,-1 1 190,3 2 0,-4-3 1,5-1-1,-2 3-680,-2 0 1,2 2-1,-1 0-2160,-2-1 2494,0 1 0,3 5 0,1 1 0</inkml:trace>
  <inkml:trace contextRef="#ctx0" brushRef="#br0">8714 13500 8264,'-13'-19'0,"-2"5"0,-1 4-5,2 2 0,1 4 0,0-3 1,-3 2 92,-3 2 0,-5 2 1,-2 0-1,-4-2 1,-3-1-1,-3 0 1,-1 0-1,-1-1 0,0 0 1,-3-2 2346,-5 1-3639,1-2 0,-12-2 990,2 2 0,-4-1 0,-3 5 0,28 2 0,1 0 237,-2-1 1,1 1 0,-2 1-1,0 0 1,-1-1 0,-1 0-1,0 1 1,1 0 21,0-1 0,0 0 0,-4 1 0,0 0 0,3-1 0,0-1 0,0 1 0,-1 0-55,1 0 0,-1 0 0,2 0 0,0 0 0,1 2 0,0 0 0,-1 0 1,1 0 23,-2 0 1,1 0 0,2 0 0,0 0 0,-32 0 0,0 0-17,2 0 0,1 4 1,4 2-1,0-1 22,1 0 1,0 4 0,9-1 0,2 3 15,-1 0 1,-1 2-1,4 2 1,3 2-35,4 1 0,-2 2 0,2 3 0,1 1-5,2-1 1,6 1-1,1-1 1,1 2 28,1 2 1,0 2 0,2 4-1,-1-2 1,-2 2 1,2 0 0,5-1 0,3 0-5,1 0 0,1-3 1,6-2-1,1-2 58,1-1 1,5 3 0,-1 2-1,3 0-42,1-1 1,0 5-1,0-2 1,1 3-34,3 2 0,-1-2 0,5 0 0,1-2 3,1 1 0,2 4 1,1-6-1,3 2 1,3-2 1,5 2 0,3-5-1,3 1 17,0 0 1,4 2-1,-1-2 1,2 0-9,0-1 1,7 4 0,-5-3-1,3-2 24,5-2 1,4 5 0,4-8 0,2 0-30,5-1 0,-2-6 0,-25-7 0,1-1 0,0 0 0,1-1 14,2 0 1,1 0 0,5 0 0,1-1 0,-1-1 0,1 1-1,1-2 1,0 0-86,0 0 0,0-1 0,4 4 1,0 0-1,-2-1 0,0 1 0,-1-1 1,1 1-1,0 1 1,1 1 0,-1-1-1,0-1 1,0-1 0,-1-1 0,0 0-1,-1 0-9,1 1 1,0-1 0,2-1 0,-1-1 0,-2 0 0,0 0 0,1-1 0,0-1 21,-1 0 1,0 0 0,3 0-1,1 0 1,-4 0 0,0 0 0,-4 0-1,0 0-17,-2 1 0,-1-2 1,0 1-1,-1-2 0,28-5 1,0-6 44,-1-4 1,-31 8 0,-2-1 0,22-15 0,-1-3 126,0-3 1,2-6 0,-6 0 0,-2-1-111,0-4 1,-2-1-1,-1-3 1,-4 0-53,-2-2 0,-3-6 0,-1 3 1,-3 0 70,-2-1 0,-5 5 0,-9-1 0,-5 3 165,-5 1 1,-8 2-1,-5 0 1,-5 2-23,-6 2 1,-7 0-1,-5 0 1,-2-1-11,-1 1 0,-4-2 1,-2-1-1,-1 1-29,-2-1 0,-6 2 0,-2 4 1,0-1-97,0 1 0,22 17 0,0 1 0,0-1 0,-1 0 0,0 1 1,-2 0-59,-1 2 1,0-1 0,2 0 0,-1-1-1,0 3 1,-1 1 0,1 0 0,-1 0-73,-1 0 1,0 1 0,0 1-1,0 0 1,-1 1 0,1 0-1,0 2 1,1 1-158,1 0 1,-1 0 0,0 2 0,0 0 0,-28-3 0,2 4-109,3 3 1,6 2 366,8 3 0,1 4 0,6 5 0,1 1 0,5 1 0,3 1 0</inkml:trace>
  <inkml:trace contextRef="#ctx0" brushRef="#br0">20567 11501 8042,'0'11'0,"-4"1"0,-1 1 0,0 2 0,-1 1 0,2 1 102,-1 0 0,4-1 0,-3-4 1,1 0 436,-1-1-552,3-9 0,-4-4 0,6-11 0,2-1-276,1-2 1,9-7 148,-1 3 1,2-7-1,-2 6 1,-1 0-17,1-1 0,-1 0 1,-2-2-1,-1 2 226,1 2 0,1-1 0,2 6 1,-2 0 277,-2 2 0,3 3 0,-3 1 131,2 1 0,2 5-231,0-1 1,-5 3-1,0 2 1,-2 3 0,-1 4 34,1 2 0,-2 2 1,3 0-1,0 0-419,-4-1 1,5 5 0,-1 0-1,2-2-273,0-1 1,-4 3 0,3 1-1,-2 0-84,-3 0 1,0-1 0,-2-3-1,0 1-621,0 2 1114,-6-1 0,-5-3 0,-8 0 0</inkml:trace>
  <inkml:trace contextRef="#ctx0" brushRef="#br0">20579 11559 8042,'-12'0'0,"1"-1"0,4-3 680,3-4 0,4 2 1,4-1-1,5 1-350,5-1 0,6 5 1,7-4-1,5 2-633,2 0 0,1-3 0,1 1 0,2 1-1262,1 0 1565,6 1 0,-3-1 0,5-2 0</inkml:trace>
  <inkml:trace contextRef="#ctx0" brushRef="#br0">23295 13382 8038,'0'12'-6,"0"-3"1,0 1 204,0 3 0,0 2 1,1-2-1,2 1 0,1 2 1,0-2-1,0-1 175,0-1 1,0-4-537,-4 0 49,0-6 1,-4-5 80,0-9 1,-4-3-1,4 2 1,1-1 39,2-2 0,-3 1 0,0 2 1,2-2 74,0-1 0,6 1 0,1 3 0,2 2 5,2 2 0,6-3 0,2 5 0,0-1-56,-1 3 1,4 2 0,-4-1-97,-2-1 0,-2 2 13,-4 5 0,-3 0 1,-5 5 34,0 1 1,-5 2-1,-2 0 4,1 1 0,0 0 0,6 0 19,0-1 0,2-3 0,2 0 0,4 1 21,2 2 0,6-1 0,-1-1 0,0-1-27,-2 1 1,-1 2 0,-1 0 0,0 1 26,-3 0 1,-3 0 0,-7-1 126,-1 1 1,-4-4-1,-5-1 1,-1-2 24,-2-3 1,0 1 0,-4 0 0,-1 1-74,2-2 0,1-1 0,5-1 1,0 2-257,0 2 1,1-2 0,-1 5 0,0-1 148,0 1 0,-5 6 0,-1 5 0</inkml:trace>
  <inkml:trace contextRef="#ctx0" brushRef="#br0">9854 14158 8065,'-6'-5'246,"-3"2"1,3-3-1,1-1 1,-1 2 169,-1 0 0,4 0 0,-2 2 383,0-1-458,4 0 1,-6 0-76,3 0 1,4 0-295,0 4 0,5 0 0,7 0 1,1 0-185,3 0 1,6 0 0,6 0 0,-1-1-13,2-3 1,0 3 0,2-3 0,-4 1-136,-2-1 0,-3 3 0,-2-3 0,-4 3-273,-3 1 0,-2 0 0,1 1 632,0 3 0,-5-3 0,-2 5 0</inkml:trace>
  <inkml:trace contextRef="#ctx0" brushRef="#br0">9760 15099 7961,'-12'0'710,"6"0"0,2 0-499,8 0 1,2-4-1,6 0 1,0 1-28,0 2 1,-1-3 0,1 0 0,1 0-217,3-1 1,-3 4-1,4-3 1,-1 3-253,-1 1 0,2 0 0,-1 0 0,4 0-1060,2 0 1344,1 0 0,6 0 0,1 0 0</inkml:trace>
  <inkml:trace contextRef="#ctx0" brushRef="#br0">4033 14229 8336,'0'-12'0,"2"1"660,2 4 0,-2 0-496,6 3 1,0 3 0,4-4 0,-1 1 0,1 0 0,1 0 157,3-1 0,1 2-391,3-5 1,6 4-1,-1-2 1,2 1-329,2 2 1,-1 2 0,0 1 0,2 0-459,0 0 0,3 0 855,-6 0 0,6 0 0,-3 0 0</inkml:trace>
  <inkml:trace contextRef="#ctx0" brushRef="#br0">4222 14981 8095,'-12'0'426,"0"0"-64,0 0 1,4 0 336,1 0-554,4 0 1,0 0 0,10 0-214,5 0 1,9 0 0,2 0-1,7 0-469,4 0 0,5 0 1,2 0 536,1 0 0,1 6 0,4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1952 10336 8236,'-8'-4'-9,"0"-1"0,-1 0 1,-1 0-1,-2 2-7,0 2 0,4 1 149,1 0 1,-1 0 0,-4 1-1,0 2 17,0 1 0,1 5 0,-2 0 0,-2 4 0,0 4 0,-1 1-97,-1 3 1,4 5 0,-3 2 0,3-2 136,1-1 1,-3 4-1,0 1 1,4 0-129,1-3 0,6 2 1,-2 0-1,1 1-8,2 2 0,2 1 1,1 1-1,1-1-43,3-1 1,3 9 0,4-6 0,2 2-32,3-1 1,2-1 0,6 1 0,1-2-42,2-3 1,-1 3 0,6-4-1,0 0 10,2-2 0,5-4 1,2-1-1,1-2-47,2-2 1,-2-5 0,2 1-1,3-6-21,3-5 0,5-3 0,-4-2 0,-1-3 63,-2-4 0,-1-11 0,0-8 1,-3-5 22,-4-9 1,1-3-1,-8-4 1,-2-2 180,0-1 0,-4-4 1,-5 4-1,-2 1 82,-5 2 1,-3-3 0,-3 0-1,-2 0-304,-2-1 0,-2 4 0,-6-5 0,-3 2 56,-5 0 1,1 2 0,-10 6-1,-1 3 261,-1 4 1,-3 2 0,-2 3-1,-5 4-78,-2 7 0,-1 3 1,-2 5-1,-2 0-96,-4 0 0,1 6 0,-1 2 0,-1 2-12,-2 2 0,-1 2 1,0 0-1,1 4-304,3 0 0,0 1 0,6 2 1,5-1-97,2 1 0,4 1 0,6 3 0,4 2-1196,3 0 1539,7 6 0,1-8 0,5 4 0</inkml:trace>
  <inkml:trace contextRef="#ctx0" brushRef="#br0">4951 10207 7944,'-12'-12'0,"0"1"55,0-1 1,5 4 0,-1 1-1,0 1 1,0 1 0,0-1 116,-1 4 0,2 0-171,0 2 1,-1 0 0,-4 0-1,0 0 107,1 0 1,-1 2 0,0 2 0,0 4-34,1 2 1,-5 3 0,0 3-1,2 3 40,1 4 0,-3 4 0,0 3 1,2 1-14,1 2 1,1 8-1,2-5 1,1 5-16,1 3 1,5 2-1,-1 1 1,3 0-27,1 0 1,5 4 0,3 1-1,2 0 6,2 1 1,5 5-1,4-1 1,4-2-107,2-2 0,10 1 0,-1-7 1,4-5 39,0-5 0,9-3 0,-1-2 1,3-5-54,1-2 0,4-3 1,-1-1-1,4-3-155,4-1 1,-3-5 0,4-5 99,0-2 0,-4-2 1,4-7-1,-1-6 0,-1-4-70,0-6 1,-3-6-1,-3-4 1,-4-1 111,-4-2 1,-1-7 0,-10 3 0,-4-2 95,-3-2 0,-4-7 1,-5 0-1,-4-3-10,-4-1 0,1-7 0,-7 1 0,-1 0-135,-2-4 1,-5-3 0,-6 2 0,-6 2 140,-4 1 1,-2 3 0,-6 5 0,-3 6 66,-3 5 1,-7-1 0,-4 6 0,-1 8 107,-1 6 1,-12 1 0,2 5 0,-2 3-109,-2 4 0,25 5 1,0 2-1,-29 2 0,0 0-239,-5 0 1,34 3 0,-1 0-1,0 0 1,0 2 0,-30 5-245,4 2 1,0 1 0,8 3 388,-2 3 0,5 3 0,-4 2 0</inkml:trace>
  <inkml:trace contextRef="#ctx0" brushRef="#br0">1270 13700 8125,'-12'-11'0,"-1"3"93,-3 4 0,7-1 0,-2 1 96,0 2 0,1 0 1,-2 5-1,1 3 1,2 7-1,1 3-56,-1 1 1,-5 8-1,-2 0 1,2 2-478,1 2 1,-3 4 263,0-2 1,5 7 0,4 2 0,2 1 166,2-1 0,2 9 0,1-1 1,1 3-8,3 1 0,8 7 0,8-1 0,2 0-46,1 4 1,5-5-1,1-3 1,1-3-59,2-5 1,6-1 0,3-7 0,-1-4-77,1-5 1,7-10 0,0-4 0,3-6 20,2-5 0,1-4 0,0-4 0,0-4-68,-2-2 1,9-11 0,-8-4 0,0-2 6,1-2 1,-1-10 0,-4-1 0,-5-1 122,-2-6 0,-8-6 0,-7 1 1,-3 1 235,-5 3 1,-2-10 0,-6 7 0,-2-1-88,-1-2 1,-6 2 0,0-4-1,-8 2-27,-5 2 0,-13 1 1,-2 4-1,-5 1 65,-6 3 0,-7-1 0,-3 5 0,-7 2-24,-3 4 1,27 17 0,1 0-1,-31-10 1,0 3-76,1 6 1,-7 6 0,8 3 0,-1 4-295,3 3 0,0 2 0,5 4 0,2 6-204,5 3 1,5 7-1,7 1 1,6 7 147,5 6 0,9 3 279,9-3 0,1 1 0,2-1 0</inkml:trace>
  <inkml:trace contextRef="#ctx0" brushRef="#br0">4951 13911 7980,'-12'0'0,"0"0"0,0 0 0,1 0 0,-1 2 0,0 0 0,-1 3 0,-1 3 0,-2 4 0,2 2-62,1 2 0,1 1 135,0 3 0,-1 2 0,-1 3 0,-2 2 138,2 4 1,2 7-1,3 4 1,2 3-17,2 3 0,1 2 0,5-2 1,4 2-135,7 0 1,5 7 0,7-2 0,-1 1-184,1-1 1,8 1 0,4-4 0,2 2 75,-18-26 0,0 0 0,22 23 1,-18-26-1,2-2 0,-1-1 1,2-2-10,28 17 0,-24-20 0,2-2 0,27 7 0,3-2 5,1-4 0,-30-10 0,1-1 0,30 3 0,-2-4-214,0-3 1,-2-6 0,-1-4 0,0-5 199,-1-6 1,-28 7-1,-1-1 1,24-19-1,0-4 95,-3-2 1,-8-8-1,-5 3 1,-6-1 41,-4 0 0,-9 3 0,-4-3 0,-6 0 5,-5-1 1,-3-9 0,-2 4-1,-5-5-86,-5-3 1,3 26 0,-1-1 0,-3 0 0,-1 1-1,0-1 1,-2 1 59,0 0 0,-1 1 1,0 0-1,-2 2 1,0 2-1,-2 0 0,0 1 1,-2 2 105,-1 0 0,-1 1 1,-2-1-1,-1 1 1,1 2-1,0 2 1,-27-21 22,1 6 1,23 18 0,-1 0 0,-26-10 0,0 2-8,-2 4 0,1 5 0,-2 8 0,0 5-255,0 1 0,-3 2 0,-2 3 0,0 3-263,0 6 1,1 8-1,3-1 1,-2 5 5,31-11 0,0 1 0,-27 16 0,6 6-47,0-1 0,9 5 0,-3 2 0</inkml:trace>
  <inkml:trace contextRef="#ctx0" brushRef="#br0">10136 11101 7974,'0'-12'-708,"0"0"350,0 0 573,0 1 33,0 4-150,0 2 1,0 6-26,0 3 1,0 4 0,2 6-35,2 2 0,-3 5 0,3-1 0,-3 3-17,-1 5 0,0 0 0,0 6 0,0 0 0,0 3 1,4 2-1,0 0 1,-1 3 11,-2 0 1,-1 11 0,1 0 0,2 0-37,1 1 0,0 6 0,-4-1 1,1 1-7,3 0 0,-3-1 0,5 1 1,-3 0 14,1-1 1,0-25-1,0 0 1,0 27 0,0 2 2,-1-30 0,-1 0 1,0 30-1,3 2 1,-1-1-10,0-1 0,0-27 1,-1-1-1,1 26 1,0 3-5,2-1 0,-6-29 0,1 0 1,1 0-1,1 0 0,-1-1 0,0 0 30,2 33 0,4-4 0,-3-1 1,0-1 3,0-2 0,-2-24 1,0-1-1,-1 30 0,0-30 1,0 0-10,0 1 0,-1-1 0,0 1 0,-1 0 0,0 30 0,0 0 9,0 0 1,2-31 0,0 1 0,2 30 0,0 0-9,1 0 1,-4-31 0,1 0 0,4 31 0,1-1-36,-1-3 1,-2 4 0,3-6-1,-1-1 27,1 1 1,-1 2-1,4-4 1,-3 3-26,2 0 0,2 5 0,-1-8 1,0-3 15,-3-3 0,0 4 0,1-7 0,-3 2-18,0 4 1,-2-5-1,3 3 1,0-3-20,-4-1 1,1 0 0,-1 0 0,2-1 13,-1-3 1,-2 0 0,1-5 0,0-1 12,2 1 0,0 3 0,-4-1 0,0-4-10,0-3 1,4 5 0,0-3 0,0 0-64,1-2 1,-4 0-1,3-5 1,-2 1 47,-2 0 1,0-2-1,1-3 1,1-2 31,2-2 1,0 1 0,-4-6 0,0 0 11,0-2 1,0-2 0,0 1 32,0 0 1,0 0 0,-1 0 53,-3-1 1,3 1 0,-4 0-1,1 0 26,0-1 1,0 1 0,4 0-143,0 0 1,0-5-160,0 1 1,0-4-58,0 4-813,0-5 407,0 2 0,0-14 636,0-3 0,-5-2 0,3-3 0,-3-2 0</inkml:trace>
  <inkml:trace contextRef="#ctx0" brushRef="#br0">10136 10948 7123,'12'-7'-40,"0"2"0,0 4 65,0-3 1,-1 3 0,1-3-1,0 1 44,0-1 1,1 3-1,1-3 1,3 3-4,1 1 0,2-4 1,3 0-1,1 0-47,-1-1 1,5 3-1,1-2 1,1 3-34,2 1 1,6-4-1,1 0 1,-1 2-46,-1 0 1,3 1-1,4-2 1,1-1 10,2 2 0,0-3 0,0 1 0,2 0 24,2-1 0,1 3 0,4-2 0,-4 3 26,-3 1 1,8 0-1,-5 0 1,2 0 36,0 0 1,3 0-1,-2 0 1,0 0-43,4 0 1,3 0 0,0 0 0,-2 0-36,1 0 0,1 0 0,-4 0 0,1 0-6,0 0 0,4 0 0,1 0 1,-1 0 21,-3 0 0,4-4 0,-7 0 0,1 2 1,-1 0 0,7 2 1,-5-1-1,1-2 51,0-1 0,3 1 1,1 3-1,0-2 50,0-2 1,-1 3 0,-3-3 0,1 3-58,2 1 0,2-4 0,-3 0 0,-2 1-7,1 2 1,1-3 0,-2 0 0,0 0-117,-1-1 0,6 2 0,-6-3 1,1-1 61,0 1 1,-3 2 0,1-3 0,-2 2 29,0 3 1,3-4 0,-7 1 0,1 0 39,-1 0 0,-3 1 0,-4 2 0,-3 0 34,-2-2 0,3 0 0,-3 4 0,-3 0 36,0 0 0,-2 0 1,1 0-1,-2 0-94,-3 0 0,2 0 0,-6 0 0,-1 0 10,-1 0 1,-2 0 0,1 0 0,-2 0-43,-2 0 0,1 0 0,-6 0 38,0 0 1,-2 0-1,-3 1 54,-2 3-119,3-3 0,-9 5-106,6-6 0,-4 0 1,4 0 0,0 0 1,3 1-49,1 3 204,-5-3 0,3 4 0,-3-5 0</inkml:trace>
  <inkml:trace contextRef="#ctx0" brushRef="#br0">15299 10807 7941,'-7'-5'22,"3"3"114,8-2 0,3 3 0,6 1 1,1 0-1,3 0 0,2 0-387,1 0 0,3-4-92,0 0 0,1 0 0,-1 4 0,1-1 263,-1-3 0,1 3 1,-1-5-1,1 3 116,-1-1 1,0 0 0,-3 4 0,-1-2-24,-2-2 1,2 3 0,-3-3 0,-2 3-17,-1 1 1,-5-4 0,0 0-36,1 2 0,-2 0-471,1 2 509,-6 0 0,3 0 0,-5 0 0,0 0 0</inkml:trace>
  <inkml:trace contextRef="#ctx0" brushRef="#br0">15828 10771 6864,'0'12'173,"0"0"1,1 1 0,2 1-69,1 2 1,4 10-1,-3 2 1,0 6 51,0 5 1,3 3-1,-3 7 1,2 4-47,2 1 0,2 9 0,0-4 0,1 2-75,0 5 0,-5-29 1,1 1-1,0 0 0,0-1 1,0 3-1,0 0-129,1 1 1,-1 0 0,-2 1 0,1 1 0,1-1 0,0 1-1,-2-2 1,-1 0 41,-1 0 0,0-1 1,1 3-1,1 0 1,-3-2-1,0-1 1,1 1-1,-1-1 29,-1 1 1,0-1-1,0 4 1,1 0 0,-1-3-1,1 0 1,0 1 0,-1-1 83,1-2 1,0 1 0,0 1-1,1-1 1,-1 0 0,0 0 0,0 1-1,0 0 43,2 0 0,-1 1 0,0 2 0,-1-1 0,0-3 0,0-1 0,0-1 0,0-1-80,-2 0 0,0 0 0,2 1 0,-1 2 0,1 0 0,0 1 0,-1-1 0,1 1-28,-1-1 1,1 1 0,1 0 0,0-1 0,-2-3-1,0-1 1,0 1 0,0-1 6,1 3 0,-1-1 0,-1 0 0,-1-1 0,2 0 0,0 0 0,-1-1 0,1-1-94,0-2 0,0 1 0,-2 0 0,1-1 1,4 31-1,0-1 85,3-3 1,-1 0-1,1-7 1,0-1-55,-2 0 1,5-1 0,-5-4 0,1 0-70,-3 0 1,1-1-1,-1-3 1,-2-4 89,0-2 1,-1-3 0,1-1 0,2-3 2,-1-2 1,-2 4-1,-1-5 1,0-1 9,0-1 1,0 3-1,0-1 1,0-1 110,0-1 0,2-2 1,0 1-1,2 1 15,-1 2 1,3-2 0,1 2 0,1-2-100,0-1 1,-5-1-1,4 1 1,0-2-27,-1-2 0,-2 1 1,3-6-1,-2 0-73,-3-2 0,4 2 0,-3 2 0,0 0 133,-2 0 0,-1 0 0,0-2 0,0 0 22,0 0 1,0 2 0,0-2-1,0 0-69,0-2 1,0-1-1,0-1-132,0 1 0,2 0-279,2 0 1,2-2 79,6-2 0,-6 2 0,0-3 248,-1-1 1,-4 1 0,3-3 93,-3 4 0,-1-2 0,0 2 0,0 0 0,0 4 0</inkml:trace>
  <inkml:trace contextRef="#ctx0" brushRef="#br0">16451 16098 8177,'0'12'51,"2"1"1,0 2 0,2 0 0,-1 1 170,-2 1 1,-1-4 0,0 4-190,0 0 0,0-3 0,1 5-47,3-2 1,-3 2 0,3-3 0,-2-2-84,-2-1 1,1-1 0,2 0-1,1 0-131,-2-1 1,-1-3-1,1 0-1006,2 1 1234,-3-4 0,4 6 0,-5-5 0</inkml:trace>
  <inkml:trace contextRef="#ctx0" brushRef="#br0">10666 16992 7722,'7'-10'0,"1"1"0,1 2 0,2 2 0,1 0 0,-1 1 0,6 2 0,4-2 0,5 3 0,6 1 41,2 0 0,2-4 0,4 0 27,3 2 1,10-4 0,5 2-1,-1 1-227,1-3 0,6 4 0,-4-5 1,4 1 128,-30 2 0,0 1 0,1 1 0,0 0 0,2-1 0,0 0 0,0 0 0,0 0 3,-1 2 0,1 0 1,3-2-1,0 1 0,0-1 1,0 2-1,-1-1 1,0 1 24,-1 0 1,1 1 0,3-1 0,0 0-1,0 0 1,1 0 0,0-1 0,1 0-45,0 1 0,0-1 0,3 0 1,0-1-1,-4 1 0,0-1 0,2 0 1,0-1-33,0 0 0,0-1 1,4 2-1,0 0 0,-1-1 1,-2 0-1,1-1 0,-1 1 55,2-2 0,0 1 0,-1 1 0,0 0 0,0 1 0,0 0 0,-1 0 0,0-1 76,0 1 1,0 0 0,6 1 0,-1 1 0,-5-1-1,0 0 1,1 1 0,1 0-101,-1-1 0,0 0 0,-1 1 0,1 0 0,-1-1 0,1 0 0,-3 2 0,0-1 90,2 1 0,-1 0 1,-3-2-1,1 0 0,-1 0 1,0 0-1,-1 1 0,-1 0-10,0 0 0,0 0 1,3 0-1,0-1 1,-2 0-1,-1 0 0,0 0 1,0 0-61,-1-1 0,-1 0 0,4 3 1,0-1-1,-5-1 0,-1-1 0,1 0 1,-1 1 36,2-2 0,-1 0 0,-3 1 0,0-1 0,31-2 0,-1-1-84,-1 1 0,2 2 1,-11-3-1,-1 1 37,-2-1 1,0 5-1,-3-4 1,-2 2 82,0 1 0,-6-1 0,1 4 0,-3 0-28,-3 0 1,3-2 0,-8 0 0,0-2 255,-3 1 1,2 2 0,-1 1 0,-2 0-253,-1 0 0,-3 0 0,-1 0 0,-3 0 67,-1 0 0,-1 0 1,-5 0-1,1 0-52,0 0 0,0 0 0,-1 0 5,1 0 1,0 0 53,0 0 1,-2-1 0,-1-2-26,-1-1 1,-4 0-210,4 4 108,-5-5 0,3 4-278,-2-3 0,-1 2-474,4 2 782,-4 0 0,2 0 0,-5 0 0</inkml:trace>
  <inkml:trace contextRef="#ctx0" brushRef="#br0">17709 5844 8177,'0'-7'-7,"0"-1"0,-1 5 0,-3-1 0,-2 4 6,-1 4 0,-3 3 0,2 4 1,-3 2-1,0 2 0,0 2 1,2 1-1,1 2 0,0-1 0,2 1 914,2 1 1,3-3-625,1 2 0,0-2 0,1 2 0,3-3-265,4 0 1,2-4 0,3 2-1,2-2-116,0-1 1,6-4 0,0-2 0,4 0 78,2-4 0,1 0 0,-5-2 0,1-2-115,-1-2 1,1-6 0,-1-7 0,0-1 95,-4-3 1,2-1 0,-7-2-1,-2 1 59,-3-1 0,-6-3 0,1-1 1,-4 2 24,-4 1 1,-4 3 0,-6 1-1,-3 3 18,-2 1 1,0 1 0,-5 4 0,2 2 110,3 2 1,-4 3 0,5 5 0,0 0-255,2 0 1,-1 9 0,1 3 0,2 2-322,1 3 1,5 1 0,2 6-1,0-1 47,4 1 1,0-1 346,2 1 0,11 5 0,2 1 0</inkml:trace>
  <inkml:trace contextRef="#ctx0" brushRef="#br0">18262 6197 7942,'0'-8'351,"0"0"1,0 7 0,0 1-390,0 7 1,0-1-136,0 2 0,-1-4-473,-3 4 0,3-4 646,-3 4 0,2-1 0,2 5 0</inkml:trace>
  <inkml:trace contextRef="#ctx0" brushRef="#br0">18615 5833 7783,'-8'5'0,"0"3"336,-1 2 0,0 2 0,0 1 0,1 3-2,-1 3 0,4 3 0,1 1 0,2-2-138,2-2 1,0-3-1,0 2 1,2-1-233,2-3 1,2 0 0,7-3 0,3 0-24,3-3 0,2-3 0,0-5 1,-1-1-111,1-3 0,1-3 0,2-6 0,-2-3 53,-3-3 1,2-3 0,-6-2 0,-4 0 131,-2 1 0,-6-1 0,1 1 1,-4-1 82,-4 1 0,-4-5 0,-6 1 0,-3 2-54,-1 4 1,2 0 0,-4 4 0,1 2-30,0 2 1,-1-2 0,4 9 0,1-1-442,2 3 0,-2 3 0,-1 1-745,2 0 1,2 1 1169,4 3 0,-2 3 0,3 4 0</inkml:trace>
  <inkml:trace contextRef="#ctx0" brushRef="#br0">17333 5786 8128,'0'-12'0,"0"-5"0,0 4 0,0-3 0,-1 4-208,-3 4 1,1 3 178,-5 5 0,1 2 0,-6 3 0,-2 7 364,0 6 1,-5 9 0,3 5 0,0 2 315,0 1 1,-3 8 0,5 1 0,2 0-680,3-3 0,5 2 1,5-1-1,0 1-164,0 2 0,5-2 0,5-6 0,3 0-280,2 3 1,11-3 0,2-4 0,5-4 471,2-4 0,11 1 0,2-8 0</inkml:trace>
  <inkml:trace contextRef="#ctx0" brushRef="#br0">18956 5492 7981,'16'-12'-736,"1"1"0,0 4 1091,0 3 0,2 2 1,-2 4-1,0 0-77,0 2 0,3 11 0,-5 0 0,0 6 36,-2 3 0,-3 10 0,-1 5 0,-2 5-146,-2 3 1,-1 4 0,-3 1 0,2 1-4,1-1 1,0 3 0,-4-5 0,-1-3-265,-3-3 0,-2-6 0,-3 1 0,1-2-382,-1-2 0,0-5 0,0-1 0,2-2 481,2 1 0,-4-1 0,3-3 0</inkml:trace>
  <inkml:trace contextRef="#ctx0" brushRef="#br0">19626 5962 8154,'-12'0'178,"6"-1"0,2-3 1,4-3-1,5-1 271,7 1 1,1 3-476,7-4 0,3 1-304,5-1 0,9-2 1,3 2-1,4-2 213,3-2 1,12 0 0,5 0 0,-30 6 0,0 1 127,3-1 1,0 0 0,4 0-1,-1 0 1,0 0 0,-1 0-1,1 1 1,1 0-49,0 1 0,0 0 1,2 1-1,-1 1 1,0 2-1,0 0 1,-2-1-1,-1 0 164,0 0 1,-1-1 0,1 1 0,0 0-1,-3-1 1,-1 0 0,0 1 0,-2 1 216,33 0 0,-4 4 0,-3 1 0,-1 0-75,-3 1 1,-3 3-1,-5-3 1,-1 2-94,-3 0 1,-3-1-1,-6 2 1,-2-3-152,-5-1 1,-4 1-1,-2-4 1,-2 3-115,-2 2 1,-6-4 0,-3 1 60,1-3 0,2 3-181,1 0 0,-5 0 55,1-4 0,-6 0-1423,-2 0 0,-6 0 1577,-5 0 0,-6-6 0,-2 0 0</inkml:trace>
  <inkml:trace contextRef="#ctx0" brushRef="#br0">21672 5715 8102,'-11'-5'-51,"3"2"266,0-5 83,5 6 0,-1-4 84,8 6 0,-1 2 0,6 2 0,3 4-240,2 2 0,6 2 0,-3 0 0,0-2-122,0-2 1,6 2 0,-2-2 0,-1 3 73,-2 0 0,2 1 1,-5 0-1,0-2-53,-2-2 0,-3 3 1,-2-4 184,-4 4 1,-3 1-1,-2-1-103,-3 1 0,-2-4 0,-6 0 0,-1 0-9,-3-2 1,-1 5 0,-4-4-1,2 5-316,-2 4 0,-6-2 202,0 6 0,-6 5 0,3 5 0</inkml:trace>
  <inkml:trace contextRef="#ctx0" brushRef="#br0">22378 5515 8151,'1'-17'0,"2"-1"0,1 0-46,-2 2 0,1-1 1,0 1-1,0 2 1055,0 1 1,-2 5-924,-1 0 1,-1 5-1,-3 1 1,-5 4 86,-5 6 1,-5 8 0,-4 5 0,-2 6 229,-2 9 1,-2 4-1,-4 8 1,4 2-78,5 1 0,-1 4 1,10-2-1,4 2-139,1 2 0,8-3 1,-2-7-1,3 1-474,1-1 1,1-6-1,3-1 1,2-5-30,1-4 0,3-2 0,-2-7 0,1-1-12,-1-1 0,3-6 0,-3 0 0,2-3 16,2-3 1,-1-6-1,1 2 1,0-2-591,0-2 0,0 0 902,-1 0 0,6-11 0,2-2 0</inkml:trace>
  <inkml:trace contextRef="#ctx0" brushRef="#br0">22731 5868 8756,'-7'-12'121,"-3"6"1,2 3-205,-3 6 1,4 3-1,0 7 1,0 2 174,1 0 1,-1 9 0,-2-3 0,3 0 254,0 1 0,3-1 1,3-2-1,0-2-126,0 0 1,1-4-1,4 3 1,6-3-72,3-1 0,2-6 0,-3-2 0,1-2-387,2-2 0,5-7 1,-3-3 132,0-5 0,-5-6 1,-6 2-1,-2-3 86,-2-2 0,-2 0 0,-1 1 0,-1 1 24,-3 2 1,-3-2 0,-6 4 0,-1-2-9,-2 0 1,-5 6-1,3 0 1,-2 3-124,1 3 1,3 6 0,-2-2 0,1 3-163,2 1 1,4 1-1,1 3 1,4 4-228,1 2 1,1 2-1,4 1 1,0 1-546,0 2 1059,5 0 0,7-5 0,6 1 0</inkml:trace>
  <inkml:trace contextRef="#ctx0" brushRef="#br0">22966 5985 8359,'18'0'0,"-2"2"180,-3 2 0,-1-2 0,-1 5 0,0-1 363,-3 1 0,-3 1 0,-5 4 1,0-1-390,0 1 1,-1 4-1,-2-1 1,-2 0-357,-2-2 0,-1-1 0,-3-1 0,0 1 306,3 0 1,-1 0-105,5-1 0,-5 1 0,3 0 0</inkml:trace>
  <inkml:trace contextRef="#ctx0" brushRef="#br0">23530 5797 8557,'-11'-5'193,"-1"-3"0,0 3 1,0 2-1,0 6-234,1 5 1,-1 2 0,2 3 0,0 3 282,3 4 1,3-2 0,-3 2 0,2-1 154,2-1 1,2 3 0,1-5 0,1-2-193,3-1 1,3 2 0,6-2-1,1-3-340,2 1 1,3-5 0,0 1 0,0-2-36,2-2 1,4-3 0,-5-4-1,1-4 104,-2-2 0,1-2 0,-7-1 0,-3-2-155,1 0 0,-6-2 1,-1 2-1,-3-2 80,-1-1 0,-5 0 0,-3-3 0,-2 1-17,-2-1 0,0 3 0,-1 0 0,-1 1-27,-2 2 0,-1 4 0,3 3 0,-3 4-231,-2 3 1,5 1 0,-2 0 415,3 0 0,1 5 0,1 1 0</inkml:trace>
  <inkml:trace contextRef="#ctx0" brushRef="#br0">23883 5621 8383,'16'-4'0,"1"0"0,1 1 346,3 2 1,1 1 0,3 3 0,1 3 93,2 6 1,-2 8 0,-5 2 0,-3 7-74,-1 6 1,-7 4 0,-6 0-1,-2 3-291,-2 0 1,-6 0 0,-2-4 0,-3 1-279,-5-1 0,-2-3 0,-7-2 0,-1-3-360,-2-2 1,-8 4-1,0-5 1,0-1 561,-1-1 0,-3 4 0,-2 1 0</inkml:trace>
  <inkml:trace contextRef="#ctx0" brushRef="#br0">18239 4892 7768,'6'-24'0,"-1"-3"0,-6 1 196,-3 4 0,3-1 0,-3 6 1,3 0-1,1 0 759,0 3 0,0 1-584,0 1 0,-2 6-164,-2 2 1,3 4 0,-4 4-169,0 3 0,2 9 0,-4 5 0,1 4-115,-1 2 1,5 6 0,-3-2-1,1 2-63,0-2 1,0 2 0,4-7-1,0-2 22,0-3 0,4-7 0,1 2-226,1-3 1,-2-7-1,4-2 70,1-3 1,-2-6 0,1-4-1,0-4 82,-2-3 1,5-5 0,-4 1 0,4-5 127,1-3 0,-5 0 0,1 1 0,0-1 24,-1-2 1,-1 3 0,-3 0 0,1 4 190,-2 3 0,0 3 352,-2 5 1,0 7 0,0 5-224,0 6 0,0 9 1,0 2-1,0 0-189,0 0 1,0 4 0,0-2-1,1 4 61,3 0 1,-1 1 0,4-1 0,3-1-648,0-2 0,2 2 0,-1-2 0,1 1-623,0-2 1,-2 2 1116,-2-5 0,8 5 0,-3-3 0</inkml:trace>
  <inkml:trace contextRef="#ctx0" brushRef="#br0">18203 5045 7768,'-11'-2'0,"-1"0"30,0-2 0,7-1 1,5 2-1,8-1-221,6 2 1,8 0 0,7 1 0,1-2-225,3-1 1,-1-3 414,0 3 0,12-6 0,-1 4 0</inkml:trace>
  <inkml:trace contextRef="#ctx0" brushRef="#br0">22742 4727 7791,'7'0'0,"-2"2"0,-5 1 0,0 5 35,0 3 0,4 2 1,0 1-1,-1 3-99,-2 1 0,-1-3 0,0 2-2,0 0 0,0-4 0,0 3 670,0-3 1,0-2-1,1 0 834,3-3-1615,-3 2 0,3-14 0,-6 0 1,-3-5 68,-2-3 0,3-1 0,-2-1 1,-1-3 138,0-1 0,5-1 1,-2-2-1,3 2 16,1-2 1,0 3 0,1-1 0,3 2 19,4 3 1,2-3 0,2 3-1,1 2 66,3 3 1,6 2-1,5-1 1,-1 4-45,-1 3 0,-1 1 1,-1 0-171,1 0 0,-6 1 1,-3 3 160,-6 4 1,-9 3 0,-10 0-1,-3 1-39,-2 0 0,-1 0 0,6-1 0,2 1-18,4 0 0,4 0 0,5 0 0,7-1-101,6 1 0,4-2 0,3 0 0,1-3-218,2 3 1,-2-1 0,-5 0 0,-4-1 262,-4 1 0,0 1 1,-10 3-1,-5 2 186,-4 0 1,-11 1 0,-7-4 0,-5-2 273,-1-2 1,-6 1 0,3-5-1,2 0-440,1 1 1,4-3 0,6 2 0,4-3-2326,3-1 2338,1 0 0,1 5 0,-1 2 0</inkml:trace>
  <inkml:trace contextRef="#ctx0" brushRef="#br0">13065 17580 7794,'3'3'53,"1"5"0,6 10 0,-4 1 0,2 4 1,0 0-1,1 1 0,0-2 666,-1-3 1,2 2-723,-2-5 0,-3 0 0,1-6 5,-1-2 0,-4-1-47,3-3 0,-4-3 1,-3 1-1,-2-3 17,-1-3 0,2-5 0,-4 0 0,0-4 45,2-3 0,-4-1 1,6 1-1,2-2 70,1 0 1,1-4-1,0 2 1,1-1 9,3 2 0,4-4 0,7 4 1,5-3-13,2-2 0,3 2 1,1 1-1,2 4-56,-2 4 0,-3-1 1,-3 7-1,-3 0-118,0 4 0,-8 1 1,1 4-1,-3 1 104,-5 5 1,0 3 0,-2 2 0,-2 1-109,-1 2 1,-4 3 0,-3-2 0,0 0-130,3 0 1,4-1 0,-1-4 123,3 0 0,6-1 1,3 1-1,2 0 90,2 0 1,4-1 0,-1 2 0,0 3 65,-2 4 1,0-2 0,1 2 0,1-1 134,-5 0 0,1-1 0,-8-4 0,0 3-23,-2 1 0,-1-3 0,-1 2 0,-4-1 183,-7-1 0,-4 0 1,-6-6-1,0-1-187,-3 1 0,-1-3 0,3 1 0,-1-1-542,0 1 1,1-5-1,-1 4 1,1-2-529,-1 0 0,2 3 0,1-1 904,2 0 0,-1 2 0,-3 4 0</inkml:trace>
  <inkml:trace contextRef="#ctx0" brushRef="#br0">17486 7126 7753,'0'-12'-8,"0"1"1,0-1 0,0 0 528,0 0-89,0 6 0,-1-3-80,-3 5 0,1 0 0,-5 4-171,-1 0 1,-1 6 0,-2 6-1,0 6 15,0 5 0,1 4 0,-1 3 0,0 3-104,0 3 0,1 2 1,0-1-1,2-1-28,1 0 1,6 4-1,-2-7 1,2-2-329,2-1 0,0 0 0,0-5 0,2-3-370,2 1 0,2-3 1,7 0-1,2-6-170,0-4 0,6-5 0,-3-5 804,1 0 0,3-11 0,-4-2 0</inkml:trace>
  <inkml:trace contextRef="#ctx0" brushRef="#br0">17651 7291 7424,'11'-12'-245,"1"0"0,-1-3 0,-2-1 0,0 3 422,4 4 0,-1-2 1,3 3-1,-2-1-325,-1 1 0,-4 2 1,0 3-228,1-1 375,-4-5 0,1 9 0,-8 0 0,-2 5 0,-4 2 0,-2 3 0,-2-2 0,0 3 0,1 0 0,-1 1 0,-1 0 0,-1 0 164,-2-1 0,0-3 0,6 0 0,1 0 218,1-1 0,4-1 187,-4-2 0,5 3-374,-1 4 1,3-3 0,1 0-149,0 1 1,1-2 0,3-1 0,3 1-12,-1-1 0,4 2 0,-5 4 1,1 0 29,3-1 1,1 1-1,-1 0 1,-3 1 32,0 3 1,-1-3 0,-3 2 0,2-2-5,-1-1 0,-2 4 0,-1 0 1,-1-2-82,-3-1 1,-3-1 0,-4-1-60,-1 1 0,-4-4 1,1-1-1,0-2-128,2-3 1,1 0-1,1-2-364,-1 0 1,5-2 0,3-1-125,3-5 1,10-3 0,4-2 660,4-3 0,3-2 0,3-5 0</inkml:trace>
  <inkml:trace contextRef="#ctx0" brushRef="#br0">18003 7361 7753,'0'12'51,"0"0"1,-1 0 0,-1-1 309,-2 1 0,0 0 0,4 0 0,0-1-190,0 1 0,1-4 1,3-1-1,5-2-155,5-3 0,1 0 1,4-2-1,1 0-131,-2 0 0,4-4 1,-2-3-1,1-2 82,-1-4 1,-3-1-1,-6 1 1,0-2 123,-3-1 0,-3 0 0,-5 1 0,0-2 14,0-1 1,-5 3 0,-3-1 0,-3 0-86,0 0 0,-5 0 0,0 5 0,2 0-221,1 3 0,-3-1 1,0 5-1,2 2-353,1 0 1,1 2 0,2 2 0,1 2-950,1 3 1503,0 4 0,-4 1 0,0-1 0</inkml:trace>
  <inkml:trace contextRef="#ctx0" brushRef="#br0">18439 7549 7753,'0'12'448,"0"1"0,0 2 1,0 0 306,0 0 1,-4-2-849,0-1 0,-4-1 1,3 1-1140,-2 0 1,3 0 1231,-4-1 0,0-4 0,-3-2 0</inkml:trace>
  <inkml:trace contextRef="#ctx0" brushRef="#br0">18827 7326 7753,'-12'0'36,"0"0"0,0 0 1,2 1-1,1 3 1,1 4 547,-1 3 1,0 0-399,1 1 0,1 0 0,5 0 0,-2-1 0,2 1 0,4 0-41,2 0 0,6-1 0,0 0-335,5-3 0,6-3 0,-2-5 0,4 0 0,0 0-104,1 0 1,-2-5-1,-1-3 1,-3-3 264,-1 0 1,-1-2 0,-5-2 0,0-1 13,-3 2 0,-3-3 1,-5 0-1,0 0 427,0 0 0,-5-4 1,-4 3-1,-4 0-236,-3 2 1,-1-1-1,2 1 1,-1 3-288,-3 4 1,5 0 0,-2 4 0,3 0-1055,1-1 1,4 2-268,1 4 1432,4 0 0,-2 0 0</inkml:trace>
  <inkml:trace contextRef="#ctx0" brushRef="#br0">19203 6997 7753,'18'0'-5,"-1"0"0,-5 1 1,0 3 206,-1 4 0,5 4 1,0 3-1,-1 5 221,2 2 1,-3 3 0,1 4 0,-2 3-199,-1 2 0,-2 8 0,-2-7 0,-4 2-314,-2 0 0,-2-2 0,0 0 0,0 0-223,0 1 1,-2-6-1,-2-2 1,-4 0-270,-2-1 0,2 1 0,0-6 0,1-2 581,0-5 0,2-2 0,0-1 0,-2 0 0</inkml:trace>
  <inkml:trace contextRef="#ctx0" brushRef="#br0">19932 7502 7753,'-7'-11'-23,"2"3"1,5 0 0,1 0 0,2 0 0,2 0 0,2 1 542,2 0-521,1-3 0,4 2 1,0-5-9,2 1 0,8-6 0,3 5 0,4-3 26,5-1 1,4 0-1,0 1 1,7-2 33,7 0 0,9-3 1,-30 12-1,1 1 0,2-1 1,-1 1-6,0-1 0,1 1 0,4 0 1,1 0-1,-3 2 0,1 0 1,1 0-1,1 1-44,1-1 1,1 0 0,-3 0 0,1 1 0,-3 1 0,1 1 0,-2 0 0,0 2 59,-2 0 0,-1 0 0,4 1 0,-1 0 0,-2 0 1,-1 0-1,0 0 0,0 0 171,30 0 0,-5 4 0,-2 1 0,0 1-4,-1-1 1,-1 4-1,-8-1 1,-2 1-79,-1-1 1,1 2 0,-4-2-1,-2 1-25,-4-1 0,-3 3 0,0-5 0,-3 2-144,-4 0 0,0-2 0,-10 2 0,0-3-343,-2 1 1,-3-4-468,-2 6-755,-3-5 369,-5 2 1,0-6 1213,0-3 0,0-3 0,2-6 0,2-3 0,3-3 0,0 1 0,-1-2 0,0 0 0,-4 2 0,3 1 0,1 5-38,0 1 0,-3 3 0,-1 0 420,-4-1 0,-1 2 847,-5-1-175,6 6-815,-3-3 1,8 6-1,3 1 1,-1 4-180,0 0 1,4-2 0,-1 4 0,3 0-69,0-2 0,1 5 1,-1-3-1,-2 2 91,-1 2 1,-2 0 0,3-1-1,-1 1 0,-5 0 1,1 0-1,-4-1-6,-4 1 0,0 4 1,-8 0-1,-4-2 1,-1-1 0,-5-1 0,4 0 0,-2 1-653,1 2 0,0-2 1,-2 4-1,2-1-2386,-2 0 2961,-1 5 0,3-8 0,2 4 0</inkml:trace>
  <inkml:trace contextRef="#ctx0" brushRef="#br0">22695 7056 7908,'-7'0'0,"-1"0"0,-1 0 0,-2 0 0,-1 2 0,-1 5 0,-1 7 0,-3 6 0,-1 6 0,-2 3 374,2 3 0,-3 2 316,5 1 1,0 3 0,5-1 0,0-3-455,3 0 1,3-1 0,5-2 0,0-2-356,0-1 1,5-4 0,3 1-1,1-4-321,-1 0 0,5-3 0,-2 0 0,1-1 15,2-3 0,0-4 425,-2-3 0,5-4 0,1 2 0</inkml:trace>
  <inkml:trace contextRef="#ctx0" brushRef="#br0">22766 7326 7879,'1'-10'137,"3"2"1,3-1 0,4 5 0,1 0 119,0-1 1,0 2 0,1-4 0,1 1-174,2-1 1,1 5 0,-3-4 0,2 3-297,-2-1 0,-1-2 0,-1 4 0,0-2-933,0 1 786,-1 2 0,-5 2 0,-6 3 0,-8 4 359,-7 2 0,-2 2 0,-4 0 0,2 0-37,-2 0 0,3-1 0,-1 1 0,1-2 80,0-2 0,5 3 0,0-5 0,5 2 533,3 0 1,1-4-277,4 4 1,0-4-1,1 2 137,3-1 0,2 5-185,6-3 1,0 4 0,0 1 72,-1-1 0,-4 1 0,-3 0 22,-3 0 0,-1-1 0,0 1-199,0 0 0,-5-2 0,-3 0 1,-2-4 45,-2-1 1,0 3-1,0-4-2166,1-1 985,-1 3 0,5-6 0,3 0 987,3-6 0,12-5 0,2-1 0</inkml:trace>
  <inkml:trace contextRef="#ctx0" brushRef="#br0">23072 7361 7908,'-6'12'182,"1"0"1,-4 0 0,3-1 222,0 1 0,-2 0 1,5 1-1,0 1-160,2 2 0,5 0 0,2-5 0,5 1-13,6 0 1,3-6 0,5-2 0,1-2-168,2-2 1,4-6 0,0-1-1,1-4-152,-2-1 1,-4-3-1,-7-2 1,-4-2 146,-3-1 0,-3 1 0,-2 1 0,-4 1 76,-3 3 0,-7-5 0,-5 1 0,-4 0-142,-4 2 0,4 0 1,-5 3-1,0 3-277,2-1 0,-3 6 1,4 1-1,0 3-235,0 1 0,2 1 1,4 3-1,2 4-75,1 2 0,5 2 0,0 1 0,1 2 593,2 0 0,0 6 0,0-2 0</inkml:trace>
  <inkml:trace contextRef="#ctx0" brushRef="#br0">23507 7467 8231,'12'5'0,"-1"2"359,1-1 0,-4 5 0,-2-3 1,0 3 27,-4 5 0,0-3 0,-2 4 0,0-1-166,0 0 1,-2 3 0,-2-2 0,-4 0-1009,-2 0 1,-6 3-1,-1-3 787,-1 1 0,-2-4 0,-3 3 0</inkml:trace>
  <inkml:trace contextRef="#ctx0" brushRef="#br0">23636 7502 8570,'4'-11'0,"1"-1"316,2 0 1,1 0-1,5-1 1,1-2 0,2-4-1,-2 0 1,-1 0 0,-1 1 284,0 0 0,-1 3-290,1 0 1,0 2 379,0 1-1354,-6 5 0,0 4 0,-6 6 304,0 5 1,0 7 0,0 2 0,0 2 562,0 6 1,-4-1-1,0 4 1,0 0-220,-1-1 1,3 5-1,-2-5 1,3-1-29,1-1 0,0-5 0,1-2 0,2-1-2543,1-3 2586,5 5 0,-2-6 0,4 4 0</inkml:trace>
  <inkml:trace contextRef="#ctx0" brushRef="#br0">24001 7373 7657,'0'-12'-490,"0"1"1161,0-1 0,9 0 0,3 2 0,1 2-379,0 4 0,2-1 0,1 1 0,-2 1-158,-1 2 1,-1 1-1,0 0 1,-2 1-180,-2 3 0,-2 3 1,-6 4-1,0 1 54,0 0 0,0 0 0,-3 1 0,-2 1 7,-3 2 1,-8 3-1,6-2 1,-2 0 93,-2 0 1,1 3 0,3-3 0,3 0-152,-3 0 0,5-2 0,1-3 0,3 0-521,1 0 1,0-1 0,1 0-270,3-3 0,3 1 0,6-5 831,2-2 0,4 0 0,4-2 0</inkml:trace>
  <inkml:trace contextRef="#ctx0" brushRef="#br0">24318 7585 8036,'7'8'-1765,"-3"-1"2667,-3 3 1,-1-4 681,0 2 1,0 0-1030,0 4-2130,0-1 0,1-4 1575,3-3 0,3-3 0,4-1 0</inkml:trace>
  <inkml:trace contextRef="#ctx0" brushRef="#br0">24483 7350 8102,'-2'-7'936,"-1"3"1,1 8-1,0 4-706,4 2 1,3 2 0,5 0 0,-3 0-17,3-1 1,0 1 0,2 0 0,0 0-172,-1-1 0,-3 1 0,-1 0 1,-2 0-340,-2-1 1,-2 1 0,-1 0-1,-1-2-89,-3-2 0,-3 3 0,-5-5 0,1 2 98,-1 0 0,0-6 1,0 2-1,1-2-306,-1-2 1,1-2 0,2-2-1,1-3 593,-1-4 0,4-1 0,0-1 0,1-1-91,0-2 1,0-1 0,4 3-1,0-2 166,0 2 1,0 1 0,1 1 0,2 0 191,1 1 0,5 0 0,-1 2 0,2 2 51,2 2 1,0 0 0,0 2-1,-1-1-333,1 2 0,1 1 0,1 1 0,2 0 15,-1 0 0,3-6 0,0 0 0</inkml:trace>
  <inkml:trace contextRef="#ctx0" brushRef="#br0">24741 7138 8036,'-6'-5'381,"2"3"1,7 0 0,2 3 130,1 3 0,4 6 0,4 1 1,2 5-228,-2 2 0,0 1 0,-1 6 0,0 3-93,-2 3 1,-3-1 0,0 1 0,-3 2-94,0 1 0,-4 1 0,3-1 0,-4-1-803,-4-2 0,-2-3 1,-6 2-1,0-1 235,1-3 0,-5-1 1,-1-2-1,0 1-1080,0-1 1549,-4-5 0,3 5 0,-6-5 0</inkml:trace>
  <inkml:trace contextRef="#ctx0" brushRef="#br0">17568 8819 7935,'-8'0'-135,"2"3"0,-1 4 1,2 4-51,0 2 1,-3 2-1,4-1 1,2 3 1119,0 1 1,2-3 0,0 2-574,0 0 0,2-4 1,2 1-1,5-3-470,5-3 0,4-6 0,6 2 0,1-3 78,2-1 0,-2-5 0,2-3 1,-2-2-121,-1-2 0,-2-4 0,-2 1 0,-6-1-2,-5-1 0,-4 0 1,-5-4-1,0 2 266,0-2 1,-5-2-1,-4 0 1,-5 1 35,-6 2 1,-2-2-1,-2 4 1,1-1-32,-1 4 0,-3 3 0,-1 3 0,3 2-15,5 2 1,-1 2 0,4 7 0,1 4-397,3 3 1,0 6 0,9 2-1,1 3-334,2 2 0,2-1 0,3 1 0,5-2 626,6-2 0,3 2 0,6-4 0</inkml:trace>
  <inkml:trace contextRef="#ctx0" brushRef="#br0">18074 8890 7935,'7'5'1018,"-4"3"0,-1-1 1,-2 0-709,0 3 1,0 0-1,0 2-797,0 0 0,0-1 0,0 1 1,0 0-1309,0 0 0,5-2 1795,3-2 0,2-3 0,2-5 0</inkml:trace>
  <inkml:trace contextRef="#ctx0" brushRef="#br0">18415 8714 7935,'1'-13'269,"3"-3"0,0 1 0,7-3 1,3 0 231,3 0 0,3 3 0,3 0 1,1 2-264,-1 1 0,1 0 1,-2 0-1,-1 2-43,-2 2 1,-3 3 0,2 3 0,-1 0-387,-2-2 1,-6 1 0,-3 7-1130,0 4 1,-8 2-1,-7 2 1,-4 0 1229,-3 0 1,-5-2-1,2-1 1,-3-1 51,-2 1 0,5-2 1,0-1-1,2 0-29,3-4 1,1 1 532,1 1 1,6-2-1,2 6 10,2 1 0,6 2 0,1 1 0,2-1-308,2 1 0,2 0 0,0 1 0,1 1-65,0 2 0,-4 4 0,0-3 0,-1 0 21,0 0 1,-2 2 0,-5-3 0,0-1-100,0 2 1,-1-3-1,-3 3 1,-5-2-23,-6 1 0,2-4 1,-2-5-1,2 1-357,1-1 0,1-1 0,2-3-49,1 1 0,7-1 1,1-7-1,8-6-31,6-4 434,5-4 0,4-6 0,1 1 0</inkml:trace>
  <inkml:trace contextRef="#ctx0" brushRef="#br0">19026 8667 7935,'0'13'249,"-1"1"1,-1 3 223,-2 1 0,-4-2 0,4 4 0,1-1-69,2-1 1,1-1-1,1-5 1,3 0-242,4 0 0,8-2 0,3-2 0,4-4-98,0-3 0,4-1 0,1-2 0,-2-5-58,-1-5 0,-3-2 1,-2 1-1,-5-1-69,-2-2 1,-5-4 0,-1 3 0,-3-1-41,-6-3 1,-3 3-1,-8-2 1,-1-1-112,-2-1 1,-5-1 0,2-1 0,-4 2-307,0 2 1,-1 3 0,2 5 0,3 2-231,3 2 1,3-1 0,2 6-537,3 5 1285,3-2 0,0 10 0,-2-3 0</inkml:trace>
  <inkml:trace contextRef="#ctx0" brushRef="#br0">19520 8337 8475,'2'-22'367,"2"3"1,-2 2-1,6 5 1,1 0 165,2 0 0,0 6 0,1 2 0,1 4-226,3 4 0,-3 7 0,3 12 0,-5 5-30,-3 8 1,1 7 0,-5 0 0,-1 3-264,-2 1 0,-1 2 0,0 0 0,0-4-433,0 1 1,-1-5 0,-3-2 0,-3-4-350,1-4 0,-6 2 1,2-5-1,-5-2 250,1-1 0,-3-3 0,1-4 0,1-5 518,-2-4 0,-2-6 0,-4 2 0</inkml:trace>
  <inkml:trace contextRef="#ctx0" brushRef="#br0">17357 8396 8066,'-28'8'481,"1"0"-332,-6 5 0,7 6 0,-4 9 225,1 3 0,-2 12 1,3 6-1,2 3-58,1 4 0,8-1 0,6-1 0,5-5-650,5 1 0,8 3 1,4 0-1,9-1-486,6 0 0,9 2 0,9-7 820,1-5 0,8-4 0,0-3 0</inkml:trace>
  <inkml:trace contextRef="#ctx0" brushRef="#br0">20085 8890 8004,'0'-8'0,"0"0"0,0-1 0,9-1 0,4-3 355,4-3 0,3 2 0,4-5-290,4 2 1,7-2-1,11 2 1,6 0-178,7 0 0,4-3 0,1 4 0,-30 9 1,1 0 80,1 0 0,1 1 1,4 1-1,0 0 1,-1 0-1,0 0 1,-1 2-1,1 0-16,-2 0 0,1 1 0,2-1 0,0 2 0,-1 1 0,1 0 0,-1 0 0,1 0 81,0 0 0,-1 0 0,-1 0 1,-1 1-1,-3 0 0,-1 1 1,0 0-1,-1 1 58,31 3 1,-30-2 0,0 0-1,21 8 1,-3 0 115,-2 0 0,-6-2 0,-3-1 0,-7-2 97,-4-2 0,-3 3 1,-5-3-1,-2 0 147,-4 0 0,-7-1 419,-1-4-1537,-6 0 1,-6 0-393,-8 0 1,2 0 0,2 0 1153,-1 0 1,4-5 0,0-1-1</inkml:trace>
  <inkml:trace contextRef="#ctx0" brushRef="#br0">22060 8573 8004,'-11'0'210,"-1"0"0,5 1 0,5 1 0,4 4-42,6 0 1,7 2 0,2 2-1,0 0 6,-1-3 1,4 1-1,-4 4 1,-2 0-161,-1 0 1,-1 1 0,-2 1 0,-2 2 95,-4-2 0,-3 3 0,-2-1 0,-3-2 34,-4-1 0,-6 3 1,-4 0-1,-3-2 4,-4-1 0,-1-3 0,2 0 0,1-3-482,-1 3 1,6 0-1,2 2 1,3 0-277,2-1 1,4 1 609,3 0 0,3 0 0,1-1 0</inkml:trace>
  <inkml:trace contextRef="#ctx0" brushRef="#br0">22848 8384 8101,'-10'2'249,"-1"3"1,0 7 312,-6 6 1,-4 11-1,-4 7-173,-3 10 1,2 2 0,-4 6 0,1-1 0,3 0 110,2-1 1,5-1 0,5-4 0,5 0-602,5 0 1,3-3-1,1-2 1,1-4-529,3 0 1,4-1 0,7-5-1,5-2-978,2-1 0,5-1 1607,1-5 0,5 1 0,-3-1 0</inkml:trace>
  <inkml:trace contextRef="#ctx0" brushRef="#br0">23013 8761 7906,'0'-8'511,"0"0"1,0 7 0,0 2 0,0 8 231,0 5 1,-4 11-517,0-1 0,-4 7 0,3 1 0,0 2 53,0 1 1,1 3 0,4-2 0,1-2-149,3 0 0,2-5 0,7-3 0,2-5-467,0-5 0,10-5 0,-1-3 0,1-4 169,-1-2 1,3-12 0,-1-3 0,-3-5 27,-1-7 0,2 2 0,-8-6 0,-3 1 86,-4 1 0,-4-4 0,-5 3 0,0 2 53,0 1 1,-5 3 0,-3 1 0,-2 2-13,-2-2 1,-5 0-1,-1 1 1,-2 4-106,0 3 0,6 7 1,-3 1-1,1 1-264,1 0 1,0 1 0,7 7 0,3 4-179,0 2 0,4 2 0,-3 0 0,4 0 558,4-1 0,-3 1 0,4 0 0</inkml:trace>
  <inkml:trace contextRef="#ctx0" brushRef="#br0">23530 9090 8605,'4'16'0,"1"1"0,1 1 197,-1 3 1,-1 0 0,-4 0 0,0-2 373,0 2 1,0 0 0,-2 0 0,-1-3-981,-5-1 1,-3 3-1,-2-3 409,-2 1 0,-4 2 0,-4 3 0</inkml:trace>
  <inkml:trace contextRef="#ctx0" brushRef="#br0">23930 8831 7840,'0'-9'0,"0"-1"0,1-3 0,3 1 0,3 1 60,-1 3 1,6 1 0,-1-5 0,3 1 0,0 4 637,-1 3 0,3 2 0,0 2 0,-1 0-32,2 0 0,-4 10-462,3 1 0,-3 13 1,-2-1-1,-2 3-165,-1 3 0,-6-3 1,2 6-1,-2-1-363,-2-1 0,0 3 0,0-6 0,0-1 41,0-1 1,-4-1 0,-2-1 0,1 1-155,0-1 1,0-4-1,2-4 1,-2-2-708,-2-1 1,3-2 1143,-3-2 0,-1-2 0,-4-6 0</inkml:trace>
  <inkml:trace contextRef="#ctx0" brushRef="#br0">24001 9066 7924,'0'-11'357,"1"3"1,3 0-1,4 0-385,2 2 1,6-4-1,2 5 1,2 0-685,1 0 1,3-3 711,-4 4 0,2-10 0,2 1 0</inkml:trace>
  <inkml:trace contextRef="#ctx0" brushRef="#br0">24342 8866 7840,'0'-11'355,"0"-1"1,1 0 134,3 0 1,2 2 0,7 0 0,2 0-257,1 1 0,4-4 0,0 5 0,1-2-63,-1-2 0,0 4 0,-4 2 0,-1 1-630,-2 2 1,-6 2-519,1 1 0,-5 1 1,1 3 340,-3 4 1,-6 1 635,-3-1 0,-8 7 0,-2-2 0</inkml:trace>
  <inkml:trace contextRef="#ctx0" brushRef="#br0">24389 8855 7840,'-12'10'195,"0"-2"1,6 2 68,2-2 0,4 1 1,4 1-1,3-4-219,4-1 1,5 5 0,1-4-1,0 2-64,0 0 0,2 0 0,-2 3 0,0 1 90,0 0 1,-1 0 0,-6 1 0,-2 1 24,-4 2 1,-3-1 0,-1-3 0,-1 0 64,-3 0 1,-2-1-1,-6 1 1,-1 0 107,-3 0 1,2-4 0,-6-2-1,1-1-245,0-2 0,1 2 0,4-1 1,-2-1-487,1-2 0,6-1 0,3-1-1240,1-3 0,1-3 1702,4-5 0,0-5 0,0-1 0</inkml:trace>
  <inkml:trace contextRef="#ctx0" brushRef="#br0">24789 8455 7840,'7'0'617,"1"1"0,1 3 38,2 4 1,6 8 0,2 5 0,4 5-118,0 5 0,3 7 1,-1 2-1,-3 2-324,0 3 1,-6-5 0,-3 1 0,-5-2-334,-3 0 1,3 4-1,-4-4 1,-1-1-347,-2-1 0,-6-2 1,-4 0-1,-6 1-150,-4-1 1,-4-1-1,-1-1 1,-3-3-306,0-2 920,-6 0 0,9 1 0,-5 1 0</inkml:trace>
  <inkml:trace contextRef="#ctx0" brushRef="#br0">17345 9984 7840,'6'-12'0,"-2"0"0,-2 0 0,-2 4 232,0 1 0,-6 4 0,-1 0 0,-4 7 0,-1 8 0,-1 8 256,-2 6 1,0 5-227,-4 8 1,0 2 0,0 3-99,3-1 1,7 1 0,2 1 0,2 0 0,3-2-437,0 1 0,8-3 0,1-3 0,5-4-434,4-3 0,1-6 0,4 0 1,-2-6 705,2-2 0,1 4 0,2-3 0</inkml:trace>
  <inkml:trace contextRef="#ctx0" brushRef="#br0">17604 10242 7840,'-12'0'0,"1"-1"317,4-3 1,1 1 0,6-4-1,2-3 1,3 0-88,7-2 1,1 4 0,5 2 0,0-1-1,1 1-514,1-3 0,3 2-212,0-1 1,-1 4-1,-1-2 1,-2 1 41,-2 2 1,-2-2 0,-3 1 453,0 1 0,-7 2 0,-5 1 0,-5 5 0,-7 2 0</inkml:trace>
  <inkml:trace contextRef="#ctx0" brushRef="#br0">17733 10172 7754,'-18'8'0,"2"-2"0,3 1 36,1-1 0,2-2 107,2 4 0,-1 0 0,5 4 1,3-2-18,3-2 1,1 2 0,5-2-1,1 3-274,1 0 0,2 1 0,0 0 1,-1 0 105,1-1 1,0 5-1,-2 1 1,0 0 85,-3 0 0,-4-1 0,1-3 0,-3 1 97,-1 2 1,-1 0 0,-2-5 27,-1 1 0,-5-2 1,0 0-1,-4-4-106,-3-1 1,1 3 0,3-4-1,0-1-451,0-2 1,2-2 18,2-3 1,4-3 0,8-6 0,5-4 368,6-6 0,3-6 0,5-6 0</inkml:trace>
  <inkml:trace contextRef="#ctx0" brushRef="#br0">18015 10254 7493,'0'13'-119,"0"3"0,0-2 1,0 4-1,0-1 865,0-2 1,1 2-1,3-1-576,4-2 0,3-6 1,2-4-1,1-4-28,2-4 0,3-3 0,-3-6 0,-2-1-24,0-2 0,-3-4 0,1 5 0,-1-1-132,-4-1 1,-1 4 0,-6-3-1,0 3 70,0 2 1,-6-1 0,-1 0 0,-4 0 8,-1 1 1,-3-1 0,-1 1 0,2 2 7,1 1 1,-3 4-1,0-2-618,2 1 1,5 2 0,2 7-363,2 4 0,1 2 1,5 1 906,3-3 0,3 2 0,4-3 0</inkml:trace>
  <inkml:trace contextRef="#ctx0" brushRef="#br0">18474 10348 7914,'6'12'74,"3"0"0,-5 1 0,-1 1 85,-2 2 0,-1-1 0,0-3 0,0 0 70,0 0 1,0 0-1,0 1 1,0 1-667,0 2 0,0-1 1,-1-3 345,-3 0 91,3 0 0,-4-6 0,5-1 0</inkml:trace>
  <inkml:trace contextRef="#ctx0" brushRef="#br0">18791 10160 7840,'13'-12'0,"2"2"363,0 2 0,6-3 1,0 4-1,3-4-99,-1-1 1,7 1-1,-6 0 1,1 2-62,-1 1 1,-1 2 0,-4-3-1,-2 2-533,0 2 0,-4 1-1495,3 4 0,-9 1 1825,-7 3 0,-11 3 0,-7 4 0</inkml:trace>
  <inkml:trace contextRef="#ctx0" brushRef="#br0">18944 10160 7840,'0'12'-124,"1"0"1,3-2 281,4-2 1,-1 2 0,1-2 35,1 3 1,0 0 0,0 1 0,-2 0 16,-2 0 1,-1-1 0,-4 1 0,0 0 130,0 0 1,0-1-1,-2 1-193,-2 0 1,-2 0 0,-7-1 0,-1 0-140,-2-3 1,-1 2 0,2-3-1,0-1-228,0-2 1,2-3-510,2-1 0,7-2 1,6-5-1708,9-4 2434,8-9 0,0-4 0,4-6 0</inkml:trace>
  <inkml:trace contextRef="#ctx0" brushRef="#br0">19297 10160 7840,'0'12'0,"0"0"0,0 1 0,0 1 286,0 2 0,1-1 0,2-3 0,3 0 42,5 0 0,-2-2 0,8-2 1,0-4-239,3-3 0,0-1 0,1 0 0,-1 0-45,1 0 0,-4-5 0,-1-3 0,-3-1-148,-2 1 1,-3-2-1,-1 2 1,-2-3 48,-2 0 0,-7 3 0,-4 0 0,-3-1 64,0-2 1,-5 1 0,-1 1 0,-1 1-155,-3-1 0,0-2 0,0-1 1,3 1-273,1-1 1,1 2 0,6 0-1111,2 3 1526,2-1 0,1-4 0,-1 0 0</inkml:trace>
  <inkml:trace contextRef="#ctx0" brushRef="#br0">19638 9831 8119,'13'-2'0,"1"0"0,3-2 377,2 1 0,0 7 0,5 5 0,-2 6 20,-2 4 0,4 4 0,-3 1 0,-1 4-150,-2 3 0,1 3 1,-6 3-1,-4-1-251,-3 0 0,-2 1 0,-4-5 0,0 2-442,0 1 1,-5-4 0,-4 1 0,-4-1 232,-3-1 1,-5 3 0,3-6 212,0-1 0,-5-1 0,5-1 0</inkml:trace>
  <inkml:trace contextRef="#ctx0" brushRef="#br0">20308 10242 8074,'-6'-5'0,"3"-3"0,6-2 0,5-2 320,7 0 0,5 1 0,9-3 0,6 0 1,8-3-42,7-1 0,7 2 1,6-2-602,-2 1 1,-26 9 0,-1 0-1,2 2 1,-1 0 0,1 1-1,0 0 221,0 1 0,0 0 1,-3 1-1,0 1 0,1 2 1,0 0-1,1 0 0,1 0 122,0 0 1,1 0 0,-1 0 0,-1 0-1,30 1 1,-1 2 103,-3 1 0,-4 5 0,-5-1 0,-3 2 56,-3 2 1,-11-4 0,1 0 0,-4 1 4,-2 1 1,-2-2 0,-7-1-1,-3-1 146,-1 1 1,-1-5 0,-4 3-120,-1 1 1,-3-5-212,0 3-1339,-5-3 364,2-1 973,-5 0 0,5-5 0,2-2 0</inkml:trace>
  <inkml:trace contextRef="#ctx0" brushRef="#br0">21978 10066 8054,'-12'-1'275,"1"-3"0,-1 2 948,0-2-1033,5 3 1,7 1-1,8 0 1,4 1-35,4 3 1,-2-1-1,4 5 1,-1 0 83,-2-2 0,2 5 0,-2-3-174,0 2 1,-3 2 0,-5-1-333,-3 1 1,-4 0-1,-4 0 126,-3 0 1,-8-2 0,0-1 0,0-2-137,2-2 0,1 4 1,1-2-1,-1 0-371,0 1 647,6-5 0,-5 7 0,5-3 0</inkml:trace>
  <inkml:trace contextRef="#ctx0" brushRef="#br0">23013 9843 7781,'0'-12'-133,"0"0"1,-1 5 495,-3 4 0,1 1 1,-6 4-1,-3 3 310,-2 7 0,-7 8 0,3 9 0,-2 1-348,0 3 0,6 5 0,-2 2 0,5 1 74,3-1 1,-1-1-1,5-3 1,1-1-241,2 0 1,6-5-1,3-1 1,2-3-638,2-2 1,1 2 0,1-7 0,2 2-47,-2-1 0,0-2 0,-3-3 0,1 0-240,0 0 0,-4 2 0,-2-2 764,-1 0 0,-1 3 0,-4 0 0</inkml:trace>
  <inkml:trace contextRef="#ctx0" brushRef="#br0">23166 10136 7928,'0'-11'0,"0"-1"0,0 4 0,0 0 0,0-1 0,5 3 0,3-2 0,2-1 0,2-1 0,1 1 0,1 1 0,2-1 0,4 0 0,-3 0 2080,1 1 1,-2 2-2286,3-2 0,-4-1 0,0 5 1,-2 1-1,-1 2-3823,0 1 4028,0 0 0,-2 1 0,-2 3 0,-8-1 0,-8 3 0,-1 1-154,1-1 1,-6-2-1,2 3 1,-1-1 193,0 1 1,-3-3 0,1 4 0,0-1 205,2 0 1,1 2 0,1-4 0,-1 1 300,0-1 1,4 3 0,2-3-159,0 1 1,3-2 0,3 4 0,1 0-336,3-2 0,1 5 0,5-3 0,1 2-61,2 2 1,1 0 0,-1 1 0,2 1 76,0 2 0,0 5 1,-6-2-1,-1 2 47,1-1 0,-3 1 0,1-4 0,-2 0 18,-2 0 0,-2 2 0,-2-3 0,-3-2-63,-4-1 1,-2-1-1,-2-1 1,0-2-37,0-1 0,1-6 0,-1 2-128,0-2 0,2-4 1,2-2-949,4-4 1,4-3 0,4-6 1039,4-7 0,7-5 0,4-6 0</inkml:trace>
  <inkml:trace contextRef="#ctx0" brushRef="#br0">23542 10125 7928,'0'11'195,"0"1"1,-4 1 0,-1 3 0,0 2 399,-1 1 1,-1 3-1,3-4 1,1 2-296,2-1 0,6-4 1,3 0-1,2-3-146,2-4 0,5-3 0,3-6 0,2-3-135,1-4 0,0-6 0,-3-3 0,-1-2-188,-2-1 0,-5-3 1,-6 0-1,-1 1 136,-2 2 0,-3-5 0,-4 4 1,-3 2 147,1 0 1,-8 0 0,0 2 0,-1 0-134,-2 0 1,0 5 0,2 6 0,0 0-235,0 4 0,2 0 1,2 4-813,-1 2 1,5 2 1063,3 6 0,-2 5 0,-1 1 0</inkml:trace>
  <inkml:trace contextRef="#ctx0" brushRef="#br0">23918 10336 8033,'4'12'0,"0"1"0,-1 2 588,-2 0 1,-1 1 0,0-3 0,0 1 566,0 2 0,-4 5 1,-1-1-1,0 0-1762,-1 0 0,-7 2 0,2-2 1,-4 1 606,-2-2 0,-1 9 0,-5-3 0</inkml:trace>
  <inkml:trace contextRef="#ctx0" brushRef="#br0">24212 10078 7923,'-11'0'0,"-1"0"0,0 0 0,0 0 0,6 5 53,2 3 1,4 2 0,4 2 0,5 0 0,3-1-1,2 1 1,-1 1 1128,1 3 0,1-3 0,-2 4 0,0-1-1250,-1-1 0,2 2 1,-7-2-1,-1 0-217,-2 0 1,-3-2-1,-2-1 1,-3-1 18,-4 1 0,2-5 1,-2-3-1,-1-3 126,-2-1 1,4 0 0,0-1 125,2-3 1,1-3-1,4-6 1,0-3 28,0-3 0,5-2 0,3-1 0,1 1 24,-1 0 1,1 0 0,-5 7 0,-1-3 164,-2-2 1,-1 5-1,-1 0 1,-3 3 58,-4 3 0,-3 2 1,0-2-1,-2 4-302,-3 3 1,3 1 0,-3 0-1771,3 0 1416,7 0 1,2 4 392,8 0 0,7-1 0,8-3 0</inkml:trace>
  <inkml:trace contextRef="#ctx0" brushRef="#br0">24448 10054 7923,'0'-12'131,"1"1"1,1-1 614,2 0 1,5 0 0,1 1 0,3 0-337,2 3 1,2-1-1,-2 5 1,2 2-77,1 0 1,-4 4-1,2 2 1,-3 5 74,-1 5 0,-2 3 0,-1 5 0,-2 2-456,-2 5 1,-1-2 0,-4 2 0,0-2-470,0 1 1,0-1 0,0-3 0,0-1-340,0 1 0,-4-6 1,-1-2-1,0-3-418,0-2 0,-5 0-169,3-3 1442,-4-3 0,-1-16 0,1-2 0</inkml:trace>
  <inkml:trace contextRef="#ctx0" brushRef="#br0">24577 10242 7875,'-8'-11'110,"0"-1"1,0 0 1646,-3 0 0,4 4-1329,3 1 1,4 4 0,4-2 0,4 1-534,2 0 1,2 0 0,0 4 0,0 0-688,-1 0 0,1 0 1,0 0-1,0 0 792,-1 0 0,1 5 0,0 2 0</inkml:trace>
  <inkml:trace contextRef="#ctx0" brushRef="#br0">24859 10207 6993,'0'7'6094,"0"-1"-4927,0-2-1681,0-3 0,0 6-229,0-3 0,1-3 519,3 3 224,-2-3 0,8-6 0,-3-1 0</inkml:trace>
  <inkml:trace contextRef="#ctx0" brushRef="#br0">24965 9984 7923,'-5'-7'540,"3"2"1,-2 5-138,8 0 1,3 0-1,5 0-85,-1 0 1,1 5-1,0 3 27,0 2 0,-1 6 1,0 0-1,-3-2-241,-4-1 1,-3 0 0,-1 2-1,0 0-166,0 0 0,-1 2 0,-3-2 0,-3 0-477,1-2 0,-5-1 0,3-2 0,-2-1-840,-2-1 1,0-5-220,1 0 1598,4-6 0,-3-4 0,3-5 0</inkml:trace>
  <inkml:trace contextRef="#ctx0" brushRef="#br0">24941 9972 7923,'0'-16'0,"0"0"0,2 2 571,2 1 0,2 1 0,6 2-79,0 2 0,3-1 0,1 4 0,-2-1-599,-1 1 1,4 1 0,3 3 0,1-2-826,-1-1 1,4 1 0,-4 3 931,-3 0 0,3 5 0,-2 1 0</inkml:trace>
  <inkml:trace contextRef="#ctx0" brushRef="#br0">25212 9725 6993,'6'-5'569,"1"-1"1,-3-1 0,4 4-69,2 6 1,2 3 0,0 9 0,1 3-171,2 5 1,-3 9-1,1 0 1,-4 5-183,1 2 1,-5 4-1,-1-2 1,-3-1-566,-1 1 0,0-2 0,-1-2 0,-2 0-316,-1 3 0,-9-1 0,-1-5 1,-6-3 731,-5-3 0,-17 2 0,-1 0 0</inkml:trace>
  <inkml:trace contextRef="#ctx0" brushRef="#br0">10125 10971 7369,'-8'-6'-91,"0"2"186,0 3 278,2 1 1,-5 1-34,3 3 1,2-2-240,-2 6 0,5 0 0,-2 4 0,1 0 91,0-1 1,0 1 0,4 0-129,0 0 0,2-4 1,2-1-100,3 3 0,4-5 1,1-1-1,-1-3-13,1-1 0,0 0 0,0 0 0,-1-1-103,1-3 1,0-3 0,0-5 51,0 1 1,-6-1 0,-2 0 0,-1 0 49,1 1 1,-3-1-1,3 0 92,-3 0 0,-6 1 43,-3-1 1,-2 5 0,-2 3 0,0 3 141,0 1 1,4 0 0,1 0-79,-3 0-1,1 5 1,0 2 0,3 1 30,0 0 1,2-1 0,4 5-138,0 0 0,2-4 0,2-2 0,2 1-61,1-1 0,7-3 0,-2 1 0,1-3-71,0-1 0,3 0 1,1-1-1,0-3 32,0-4 1,0-1 0,-3 0 0,0 1-148,-3-1 1,-1-2-1,-5 1 1,1 1 143,-1 1 0,-2 0 1,-7-2 76,-4 2 1,-3-1-1,-2 5 1,-1 1 153,-2 2 0,-3 1 0,2 0 0,-2 0-42,-2 0 1,1 5-1,0 2 1,4 0 149,3 1 1,-1 0-1,1 4 1,2-2-73,1-2 1,5 3-1,1-4-216,2 4 0,4-3 0,2-2 1,5 0-74,5-4 1,1-1 0,4-2-1,2-3-151,1-4 1,2-1 0,-1 0 0,-1 1 65,-2-1 1,-3 0 0,-6 0 0,-4 1 55,-3-1 0,-2 2 0,-5 1 133,-5 1 0,-1 1 0,-11 4 0,1 1-26,1 3 0,-5 1 0,5 4 0,0-1-373,2 1 0,8 3 0,7 2 377,7 2 0,7 0 0,11-5 0</inkml:trace>
  <inkml:trace contextRef="#ctx0" brushRef="#br1">10148 11101 6958,'5'-7'0,"-2"-3"-188,5 2 1,-5 1 0,2 0-135,0-3 0,-4 4 318,3-2 0,-1 4 1,-1-4 51,2-1 0,0 3 374,-4-2 1,0 4-123,0-4 1,-1 5-128,-3-1 1,-1 4 0,-4 3-1,1 2 115,-1 2 1,2 1 0,1 3 0,-1 0-87,1-3 1,3 2 0,-1-2 0,3 2-152,1 2 0,0-4 0,1-1 0,3-2-113,4-3 0,2 0 1,2-2-1,0 0 40,0 0 0,-1-2 0,1-1 0,0-5-88,0-3 0,-2-1 0,-1 1 0,-1-1-29,1 0 0,-4 0 1,-1 1 134,-2-1 0,-2 0 1,-2 2-1,-2 1-9,-3 1 1,-4 5-1,-1-1 1,-1 3 123,-2 1 0,0 1 1,-3 3-1,1 3 169,3-1 0,0 5 0,3-4 0,0 4 14,3 1 0,-1-1 1,5 1-248,2 0 1,2-2 0,4-2-60,4-4 0,2-3 0,3-1 0,1 0-9,2 0 1,4-5 0,-5-3 0,0-2-191,-2-2 1,-1 2 0,-1 1 0,0 1 55,-3-1 1,1-2-1,-5-1 131,-2 1 1,-2 0 0,-4 2 0,-3 2 4,-4 2 1,-1 1 0,-1 4-1,-1 0 131,-2 0 0,-3 4 1,3 3-1,2 1 153,0 1 1,3 4 0,-1-5 0,2 2-106,2 2 1,2 0 0,6-1 0,0 1-143,0 0 0,2 0 0,2-2 42,4-2 0,3-3 0,4-5 1,2 0-230,1 0 1,0 0-1,3-1 1,-3-2-14,-1-1 0,3-5 0,-4 1 1,-2-1 47,-1 1 0,-5-2 1,-2 2 129,0-2 1,-2-2-1,-6 1 42,-2 4 1,-3 1 0,-8 5 0,-2-2 42,-1 0 1,2-1 0,-3 4-1,-1 0 80,2 0 0,1 0 1,5 0-473,0 0 1,2 1 0,2 3 0,4 4 310,3 2 0,1 7 0,0 1 0</inkml:trace>
  <inkml:trace contextRef="#ctx0" brushRef="#br1">13170 10819 7149,'2'6'-194,"2"-2"1,-2-3 0,5-2 201,-2-3-4,4 3 0,-6-4 0,3 3 1,1 0 22,-1-2 0,-2-2 26,4 3 1,-1 0-26,0-5-34,-1 5 1,-8 0 90,-2 6 1,-1 0-1,-4 4 204,1-2-254,0 4 1,-2-6-30,2 4 1,4-4-7,8 1 0,3-4-59,4-4 0,1 1-39,0-4 0,-2 3 66,-2-4 0,-4 5 76,-8-1 1,-2 4 0,-6 4 48,0 4 0,4-3 0,2 1 125,1-1-218,1 1 0,5 5 1,3-3-20,4-5 1,2-1 0,2-4-49,0-1 0,-1 0 0,1-4-77,0 2 118,-6-4 1,-2 4 0,-8-3 4,-3 4 1,-4 3 0,-1 2 0,1 2-197,-1 1 1,4 1 216,0-1 0,6 2 0,-4 6 0</inkml:trace>
  <inkml:trace contextRef="#ctx0" brushRef="#br1">12947 10136 7470,'12'-6'1,"3"1"0,1 3 0,0-2 47,1-3 0,0 0 0,4-1 0,-2 0-92,2 2 0,-3-1 0,1 5 1,-2-2-275,-3 1 0,-1-2 0,-1 0 318,0-2 0,-6-1 0,-1-3 0</inkml:trace>
  <inkml:trace contextRef="#ctx0" brushRef="#br1">13076 10054 8293,'-17'7'0,"4"-2"0,-2-5-75,2 0 0,5 1 0,1 3-146,2 4 0,2 2 0,7 2 184,4 0 0,-1-6 0,2 0 0,2-2 119,4 0 0,-1 5 0,-3-3 0,-2 2-36,0 0 1,4 0 0,-6 4 0,0-2-36,1-2 0,-5 6 0,-1-2 71,-4 1 0,-5 0 0,-6-1 0,-1 0-37,-2-1 0,-5 0 0,2-2 1,-2-3-93,1 0 0,2 2 0,4-3-210,-2 1 0,4-3 257,4 1 1,11-9-1,1-7 0,10-5 0,4-7 0</inkml:trace>
  <inkml:trace contextRef="#ctx0" brushRef="#br1">13417 10125 8274,'7'5'229,"-2"1"1,-6 5 0,-2-2-103,-1-1 0,0 0 0,4 4-580,0-1 1,0-3 299,0 0 0,2-7 0,2-1 0,2-6 101,1-5 0,2 0 0,-4-1 1,0 0-14,0 0 0,-1 0 0,-4 1 0,0-1 39,0 0 0,-5 2 1,-3 1-1,-2 2 29,-2 2 0,-4 0 1,-1 2-1,0-1-17,0 1 0,0 3 0,3 4 0,-2 3-141,2-1 0,2 5 0,4-3 155,5 2 0,-4 7 0,0 1 0</inkml:trace>
  <inkml:trace contextRef="#ctx0" brushRef="#br1">13241 10960 8136,'-7'0'-144,"3"0"-220,8 0 1,-1 5-1,5 3 364,1 2 0,1-3 0,2-2 0</inkml:trace>
  <inkml:trace contextRef="#ctx0" brushRef="#br1">13311 11254 7972,'-6'5'-289,"1"-3"1,5 6-617,0 1 905,0-3 0,-6 9 0,0-2 0</inkml:trace>
  <inkml:trace contextRef="#ctx0" brushRef="#br1">13323 11465 6898,'0'12'0,"0"0"0,0 0 0</inkml:trace>
  <inkml:trace contextRef="#ctx0" brushRef="#br1">13300 11677 8022,'-8'0'-535,"1"1"473,2 3 0,1-1 0,3 3 191,-3 0 1,3 3 50,-3-1 1,4-3-168,4-1 0,-2-3 0,6-1-86,1 0 0,2 0 0,0-1 12,1-3 1,-1 1 0,-2-3 0,-3-1-26,0 1 0,-1-2 59,-1-4 1,-3 0 0,2 2 59,-6 2 0,0 1 1,-4 5-1,-3-2 61,0 1 1,-2 2-1,0 1 36,1 0 0,-1 0 1,0 1-1,0 2-38,1 1 0,3 1 1,1-1-1,1 2 3,-1 1 0,5 3 1,-2-2-88,2 3 1,2-3-1,0-1-14,0 3 1,6-4 0,1 1-24,4-2 0,1-1 0,-1-4 18,1 0 0,0-4 0,0 0 0,-1 0-184,1-1 0,-4 2 0,-1-5 102,-2-1 0,-1 3 83,-4-2 0,-2 1 0,-1-1 0,-4 3 1,0 0 1,-3 4-1,2-3 1,-2 2 108,-2 2 0,0 0 0,0 2 71,1 2 1,0-2 0,2 5-1,3-1-55,0 1 0,2-3 0,4 4-2,0 1 1,0-3-211,0 2 1,6-1 0,1 2 64,4-1 0,-3-6 0,0 2 1,1-2-37,1-2 0,-2-4 1,0-2-48,1 0 0,-2-2 1,-1-4 73,-1 0 1,-2 1 7,-7-1 1,-3 4 0,-4 2 0,-1 0-171,0 4 1,4 0-1,1 2-86,-3 0 0,5 6 288,1 1 0,-2 4 0,-1 1 0</inkml:trace>
  <inkml:trace contextRef="#ctx0" brushRef="#br1">13311 11748 7840,'-11'0'-45,"-1"0"1,4 0-92,0 0 0,6 1 227,-2 3 1,2-2-17,2 6 1,2-5-1,2 1-51,4-3 0,2-1 0,2 0 0,-1 0-24,1 0 0,0 0 0,0 0 1,0-1-23,-1-3 1,1 1 0,0-3 0,-2-1-18,-2 1 0,1 2 0,-5-4 4,-1-1 1,-3 3 26,-4 3 1,1-3-1,-5 2 1,-1 2 72,-1 0 1,-2 2 0,0 2 0,1 0 139,-1 2 0,0 2 0,0-4 53,0 2 1,1 5-217,-1-1 0,5-1 1,4 0-44,1 3 0,4-5 1,1-1 4,5-3 1,3-1 0,0 0-1,1 0-111,0 0 0,0 0 0,0 0-7,-1 0 0,1-4 0,-2-1 83,-2-2 0,-4 5 29,-8-2 0,-2-1 0,-6 1-5,0 1 0,-1 2 1,-1 1-1,-2 0-155,2 0 0,5 1 1,1 3-304,-1 4 0,3 2 465,3 2 0,-4 5 0,0 1 0</inkml:trace>
  <inkml:trace contextRef="#ctx0" brushRef="#br1">13923 11512 7164,'-7'-1'764,"4"-3"0,1 1-611,2-4 1,2 4 0,0-2 0,3 1-232,2 0 0,1-1 0,3 2 0,1-1-242,0 2 0,4-4 1,-1 1-502,0-1 645,3 3 1,-5-4 0,4 5-1,-1-3 176,-1-2 0,-4-1 0,-1-4 0,-3 1 0</inkml:trace>
  <inkml:trace contextRef="#ctx0" brushRef="#br1">13970 11465 8130,'-13'4'-281,"-3"0"1,3 5 0,-2-2 274,1-1 0,7 3 0,0-3 205,2 0 1,1 2-116,4 4 0,6-4 0,5-2-55,3-1 0,2 1 0,-3-4 0,1 3-11,2 2 0,4-3 0,-5 4 1,1 1-36,1 1 0,-4 2 1,1 0-1,-3 0 20,-3-1 1,-6 5-1,2 0 1,-2-2 80,-2-1 0,0-1 0,-2 0 0,-2 0-2,-3-1 0,-8-3 0,-1-1 1,1-1 80,-2 1 0,4-5 0,-4 2-158,0-2 0,0-2-319,-3 0 1,5-6 0,7-2 165,4-2 148,2-2 0,8 1 0,0-1 0</inkml:trace>
  <inkml:trace contextRef="#ctx0" brushRef="#br1">14252 11559 7912,'-5'8'-600,"-3"0"628,-2 1 1,2 0 0,1 0 0,2-1 243,2 1 1,2 2-110,1 1 0,5-2 0,5-2 1,3-4-85,2-3 1,2-1-1,-1 0 1,2 0-104,1 0 1,1-4-1,-4-1 1,-1-1 45,-2-4 0,-2 1 0,0-1-50,-3-2 1,-3 3 0,-5-7 0,-1 3 76,-3 1 1,-3 5 0,-6-1-1,-1 0-123,-2 1 1,-4 1 0,3 3-1,0-1-319,0 2 0,2 0 0,4 4-674,3 2 1067,-2-3 0,3 9 0,-4-3 0</inkml:trace>
  <inkml:trace contextRef="#ctx0" brushRef="#br1">14523 11630 8286,'0'12'140,"0"-1"1,0 1 0,0 0-424,0 0 1,4-1 0,0 1-1,-2 0 56,-1 0 0,-1 0 0,0-1-32,0 1 0,0 0 259,0 0 0,-5-6 0,-1-1 0</inkml:trace>
  <inkml:trace contextRef="#ctx0" brushRef="#br1">14758 11489 7794,'1'-7'117,"2"2"1,2 1-57,2 0 1,-4-4 0,5 3-125,1-1 1,1-2-1,-1-3-65,-1 3 1,-2-2 113,2 2 120,-3 3 1,-5 5 0,0 8 0,0 2-60,0 2 1,0 0-1,0 1 0,0 1 68,0 2 1,0 0 0,0-3 0,1 0-264,3-2 1,-2 4 0,3-7-1,-1 2-826,0 2 974,5-6 0,-3 0 0,6-6 0</inkml:trace>
  <inkml:trace contextRef="#ctx0" brushRef="#br1">14970 11406 7718,'15'-3'-254,"1"-1"0,1-2 1,-3 4-1,3-2 621,2 1 1,-5 2-1,2 1 1,-3 0-123,-2 0 1,0 1-4,-3 3 1,-3 3 0,-5 4 0,0 1-49,0 0 0,-5 0 0,-3 0 0,-4 1-68,-4 2 0,3-2 0,-1 3 0,4-3-54,2-1 1,1 0 0,-1-1-272,4 1 0,3 0 0,2-2-214,3-2 0,-1 1 0,5-3 0,1-1-527,1 0 1,6-1 939,0-4 0,5 5 0,-3 2 0</inkml:trace>
  <inkml:trace contextRef="#ctx0" brushRef="#br1">15275 11595 8366,'7'5'-1467,"3"-4"1258,-2 3 1,-1-3-1,0-1 209,3 0 0,0-5 0,2-1 0</inkml:trace>
  <inkml:trace contextRef="#ctx0" brushRef="#br1">15452 11418 8092,'-8'5'-338,"1"3"492,2 3 1,1 1-1,4 1 1,0 1 17,0 2 0,4-1 0,1-3 0,2 0-56,2 0 0,-2-5 0,-1 1 0,1 0-267,-1-1 1,-2 3-165,4-2 1,-6-2 0,1 1 0,-6-2-343,-4-2 657,-4-2 0,-1-6 0,1-2 0</inkml:trace>
  <inkml:trace contextRef="#ctx0" brushRef="#br1">15393 11454 8127,'12'-4'0,"-1"-2"38,1 0 1,4 3 0,1-2-1,0 1-387,0 0 1,-2 0 348,-3 4 0,5-5 0,2-2 0</inkml:trace>
  <inkml:trace contextRef="#ctx0" brushRef="#br1">13735 11489 8185,'-12'0'-133,"0"0"0,1 1 1,0 3 39,3 4 0,-2 2 1,2 3-1,-2 2 436,-2 0 1,5 10 0,3-1 0,3 1-182,1-1 0,1 4 1,5-1-1,4-1-370,4-1 0,11-1 0,0-1-68,4 1 1,3-5 275,8 1 0,-4-6 0,5 3 0</inkml:trace>
  <inkml:trace contextRef="#ctx0" brushRef="#br1">15593 11289 7967,'4'-12'0,"0"0"0,6 6 0,1 2 0,4 3 73,3 1 1,-2 1 0,4 4 0,-1 7 141,0 6 1,3 6-1,-3 3 1,2 5-146,-1 1 1,-3 7-1,-5 0 1,-1 2-185,1 2 0,-5 2 0,-3 1 1,-4-1 113,-4-3 0,-8 13 0,-6-1 0</inkml:trace>
  <inkml:trace contextRef="#ctx0" brushRef="#br1">1529 14640 8079,'-12'-1'0,"0"-3"70,0-4 0,1 3 746,-1 1-898,5 3 0,3-3 0,8-1 0,6-1 145,4 1 1,4-3 0,7 3-1,1-1-27,2-4 0,6 0 0,0-2 0,5 0-20,3 1 0,3-1 1,4 1-1,-5 2-72,-2 1 1,1 6 0,-4-2-1,-2 3-188,-5 1 0,0 0 1,-7 0-1,-5 0 132,-1 0 0,-7 0 1,-6 1 126,-1 3 0,-7 1 0,-10 4 0,-6-2 21,-5-2 0,-1 3 0,-4-3 0,-3 0 239,-3 1 0,-5-3 0,-1-1 1,3 0-90,0 2 0,-2 0 0,1-4 0,4 0 44,5 0 0,4 0 0,2 0 1,1 0 121,2 0 0,7-4-491,5 0 1,7-1 0,1 3 0,8-2-82,6 1 0,4-2 1,6 1-1,-1 1-632,1 2 1,3 1 851,1 0 0,4 5 0,-2 2 0</inkml:trace>
  <inkml:trace contextRef="#ctx0" brushRef="#br1">6797 14229 8164,'-5'-19'-384,"5"4"1,5 7 0,7 4-1,1 3 51,2 1 1,0 0 332,4 0 0,1 5 0,3 1 0</inkml:trace>
  <inkml:trace contextRef="#ctx0" brushRef="#br1">7820 14205 8163,'18'0'0,"-1"0"-157,0 0 0,-2 1 0,3 2 0,0 1 157,0-1 0,2 3 0,4 1 0</inkml:trace>
  <inkml:trace contextRef="#ctx0" brushRef="#br1">8902 14264 8144,'15'0'-72,"1"0"1,4 4 0,-5 0-1,0-2-197,-2 0 0,3 2 0,2 1 1,1 1 268,2 4 0,9 0 0,-5 2 0</inkml:trace>
  <inkml:trace contextRef="#ctx0" brushRef="#br1">10266 14264 8132,'-12'0'0,"0"0"-54,1 0 0,3 0 1,0 0 316,-1 0 0,0-1 0,-1-2 421,3-1-1943,4 0 1363,-2 4-60,5 0 0,5-1 1,3-2 4,2-1 1,2 0 0,0 4-218,0 0 1,-1-1-265,1-3 541,0 3 90,-6-10 0,-2 9-82,-8-6 0,2 5 0,-6-1 22,-1 3 1,2 1-102,-1 0 0,6-1-162,-2-3-264,3 3 1,2-5-222,3 6 1,2 0 608,6 0 0,0-5 0,0-1 0</inkml:trace>
  <inkml:trace contextRef="#ctx0" brushRef="#br1">10383 15040 7697,'0'-6'-622,"0"0"822,-5 12-172,4 0-59,-4 1 0,6-2 30,3-5 1,-3-1 0,4-2-35,1-1 1,-5-5 19,3 1 0,-4 3 48,-4 1 0,1 3 0,-4 1 32,-3 0 1,1 1 0,0 1 109,1 2 1,2 6-68,-2-3 0,3 0-85,5 1 1,1-6-1,3 2-75,4-2 0,-2-2 1,2 0-32,1 0 1,2-2 0,0 0 0,0-4-9,-3 0 1,-2 2 55,-2-4 1,-3 4 0,2-2 80,-6 0 1,-3 3 0,-6 3 60,0 0 0,1 0 1,-1 1-1,0 1 123,0 2 1,5 2 182,-1-2-414,5 2 1,-1 1-1,8-3-187,4-3 0,2-2 0,2-2 50,0-1 1,-4-4 0,-2 3 74,0-2 1,-3 3-52,-3-3 0,-1 4-124,-3-1 0,-2 8 1,-6 4 237,0 2 0,0 7 0,1 2 0</inkml:trace>
  <inkml:trace contextRef="#ctx0" brushRef="#br1">10383 15075 7942,'-1'-10'-98,"-3"2"1,-2 3 113,-6 5 1,5 1 1,3 3 0,3 3 101,1 4 1,0 1-1,1-1 1,3-2-73,4-1 1,3-5-1,0 4 1,2-2-75,3-2 1,-1-2-1,4-1 1,1 0-45,-2 0 0,3-4 0,-5-1 0,-3-2-14,-4-2 1,0 3 0,-5-2 0,-1-1 57,-2-2 1,-1 0 0,-1 0 0,-3 2 107,-4 1 0,-3 2 0,0-2 0,-3 3 91,-1-1 1,2 5 0,-4-3-1,1 3 15,0 1 1,-1 0-1,3 0 1,-2 1-9,2 3 1,1-1 0,1 4-50,0 3 1,2 0 0,2 2 2,4 0 0,3-1-213,1 1 0,5-1 0,3-2 0,4-3 7,3-1 0,-2-1 1,4-4-1,-1 0-76,0 0 1,3 0-1,-2-1 1,0-2-2,0 0 0,-1-7 0,-6 3 77,-2-4 1,1 3 0,-5 0 84,-1-1 1,-7-1 0,-4-1 26,-2 4 0,-3 0 0,-2 4 1,0-1 56,0 2 0,-2 1 0,2 1 0,-1 1 129,-1 3 0,4-2 0,-3 6-76,3 1 0,3 2 0,2 1-82,4-1 1,3 1 0,1 0-88,0 0 0,5-6 0,4-1 0,4-1-85,3 0 1,1 0 0,-3-4 0,3 0-11,1 0 1,-3-4-1,2 0 1,-2 0-1,1-1 0,-2 3 0,-4-5-10,-3 2 1,-3-3-1,3 3 193,-2-2 1,-6 5-1,-7-2 60,-2 2 0,-6 2 0,0 0 0,2 0-3,1 0 1,-3 4 0,0 2 0,2 0 44,1 3 1,2-2-1,2-1-79,2-1 1,4 5-88,-1-3 0,4-1 1,4-2 13,4-3 0,6-1 0,2 0 0,-2 0-158,-1 0 0,3-5 0,0-2 0,-2-1 58,-1 0 1,-5 2 0,-2-3 0,0 1 31,-4-1 0,3 2 0,-1-1 207,-1-1 0,-7 4 0,-4 1 1,-2 3-25,-2 1 0,0 0 1,1 0-1,-1 0 42,0 0 0,0 0 0,0 1-10,1 3 1,3-1-221,0 5 0,7-6-79,1 2 1,1-3 0,7-1-1,1 0-5,1 0 0,1-1 0,-2-2 1,-2-2 65,-2-1 0,3 2 1,-4-4-10,-2-1 1,0 2-39,-2-1 1,-6 6 0,-2-2 0,-2 3-232,-2 1 1,0 5-1,1 3-62,-1 2 1,4-2 0,2 0 0,0 1 412,4 1 0,0 2 0,2 0 0</inkml:trace>
  <inkml:trace contextRef="#ctx0" brushRef="#br1">13300 13147 7799,'-7'1'-336,"3"3"1,3 3 0,1 6 0,-1 1-113,-3 2 448,2-1 0,-3 2 0,5 2 0</inkml:trace>
  <inkml:trace contextRef="#ctx0" brushRef="#br1">13323 13594 7364,'0'11'-231,"0"1"0,0-4 1,0 0-1,0 1-70,0 2 1,0 4 300,0 1 0,5 5 0,2-3 0</inkml:trace>
  <inkml:trace contextRef="#ctx0" brushRef="#br1">13359 13935 7286,'0'11'-1157,"0"1"1157,0 0 0,0 0 0,0 0 0</inkml:trace>
  <inkml:trace contextRef="#ctx0" brushRef="#br1">13382 14088 8149,'7'0'-385,"-2"0"1,-5-6 0,0 0 0</inkml:trace>
  <inkml:trace contextRef="#ctx0" brushRef="#br1">13406 14288 6603,'6'0'-227,"5"0"1,-5 0-1</inkml:trace>
  <inkml:trace contextRef="#ctx0" brushRef="#br1">24059 10807 7461,'8'-4'0,"0"0"100,1 1 0,2 1 0,0-1-123,1-1 1,4-1 0,1 2 0,0-2 167,0-1 0,8 2 1,0-4-1,3 0-71,5 1 1,1 1 0,2 3 0,2-1-1,2 2 1,3-3-1,-3-1 1,-1 1-53,-2 0 0,1-3 0,-7 3 0,1 0-5,-5-1 0,4-2 1,-7 3-1,-1 0 78,-2 0 0,0 0 0,-5 2 0,-2-1-72,-1 1 0,-1 2 0,0 1-39,0 0-1066,-1 0 0,-5 5 1082,-6 3 0,-11 8 0,-7 2 0</inkml:trace>
  <inkml:trace contextRef="#ctx0" brushRef="#br1">13476 15710 7203,'12'-5'-116,"-2"3"1,-1-5 0,-2 0 121,-2 1 0,0 2-37,-1-4 142,-2 0 1,2 2 107,-8 2 0,-3 8-112,-5 4 1,2 2 0,1 2-16,1 0 0,1-1 1,0 1 14,3 0 1,2 0-123,2-1 0,2 0 0,2-3 0,3-4-8,4-3 0,1-1 1,-1 0-1,1 0-2,0 0 0,-4-4 0,0-1-97,1-2 1,0-1 43,-1-3 1,-4-1 146,-8 0 1,-3 6 0,-5 2-1,1 2-48,-1 2 0,0 0 1,0 0 219,1 0 1,3 0 0,0 2-58,-1 2 1,4-2-307,1 6 0,8-5 0,3 1 26,4-3 0,1-6 0,-1-2 0,0-1 1,-3 0 1,1 1 0,-5-5 14,-2 0 0,4 4 126,-2 0 0,-2 2 1,-6-2 12,-4 4 0,2 3 1,-2 2-161,-1 3 1,0 3 0,0 3-295,1-2 184,5-3 164,-2-5 1,6 0 226,3 0 79,-3 0-143,5-5 0,-8 4 1,-2-3 58,-3 2 0,-4 2 0,1 2-51,2 2 0,-1-2 0,3 5 45,0-2 1,3 4-156,-1-1 0,4 1-37,4-1 0,-1 1 0,5-5 0,1-1-34,1-2 1,1-2 0,-2-2 0,-1-2-27,1-2 1,-3 5 0,1-4-172,-2 1 0,-1 3 0,-5-5 25,-3 2 0,-3 1 0,-4 5 0,-1 3 229,0 4 0,-5 2 0,-1 2 0</inkml:trace>
  <inkml:trace contextRef="#ctx0" brushRef="#br1">10172 11054 7941,'-12'0'232,"4"0"545,0 0-415,6 0 0,-4 1 206,6 3-395,0-3 0,6 4-81,2-5 0,2 0 36,2 0 1,0 0-1,-1 2 14,1 2 0,-4-3 1,0 4-54,1 0 1,1-2 0,2 5-57,0 1 1,0-4 0,-2 1-1,-1-3-6,-1 1 1,0 2 0,4-4 7,-1 2 0,1 4 0,0-4 0,0 0 16,-1 1 1,1-4 0,0 3 0,0-1 24,-1 1 1,1-3 0,0 4 0,0-1 1,0 0 1,3 4-1,1-3 1,-2 0-6,-1 1 1,3 3 0,0-1-1,-1 1-27,2-1 1,-2 2-1,3-2 1,0 1-21,1-1 0,-4 1 1,5-5-1,-1 0-2,0 1 0,2-2 1,-4 3-1,1 1 14,3-1 0,-3-2 1,2 3-1,-1-1-6,0 1 1,2-3-1,-5 2 1,3 1-2,2-1 0,0-2 0,0 3 1,-2-2 8,2-2 0,1 2 1,2 0-1,-2 0-3,-2 1 0,2 1 1,-3-3-1,2 0 0,-1 1 0,2-2 0,-4 4 0,2-2-15,0-3 1,-2 4 0,3-1 0,-2 0-20,2 0 0,0 1 0,0-4 1,-1 3 8,1 2 1,-3-4 0,1 0 0,1 0-2,-2 1 1,5-3 0,-5 3 0,1-1 10,1 1 1,-2-3-1,3 4 1,-1-1 28,1 0 0,-3 4 0,2-4 0,-1 0-28,0 1 0,3-4 0,-4 5 0,2-2-5,-1-1 0,-3 1 0,4-2 0,0 0-15,3 2 1,-4 0 0,1-3-1,-1 2-11,0 1 0,3 1 1,-2-2-1,0 1-2,0-2 0,2 4 1,-3-3-1,0 1 17,1 2 0,-2-5 1,3 3-1,-1-2 4,0 2 1,-1-1 0,-1 4-1,0-2 7,1-3 1,-1 4 0,3-1 0,-2 0 11,2 0 0,-4 3 0,0-3 0,0 1-25,3-1 1,-2 0 0,0-2 0,1 1-11,-1-2 1,0 3 0,2-1 0,-3 0-5,0 1 0,-3-3 1,5 3-1,-2-1 0,-3 0 1,3 1-1,0-2 1,0 1 7,0-2 0,0 3 1,-3 1-1,2-1 2,-2 0 0,3 3 0,0-3 0,0 0-1,0 1 0,3-2 0,-3-3 0,0 1 2,0 2 1,4 0-1,-3-4 1,2 0-46,-1 0 0,-3 0 0,3 2 1,1 0 16,-2 2 0,5 0 0,-5-4 0,1 0-19,1 0 1,-2 0-1,3 0 1,-2 0-7,-2 0 1,2 0 0,-3 0 0,-2 0-14,-1 0 1,4 1 64,3 3 0,-3-2 0,-2 2 45,-1-3 1,-3-1 0,0 1 264,-3 3 187,-3-3-268,-5 5-981,0-6-148,-5 0 0,-2 0 0,-5 0-474,1 0 0,3-2 0,0 0 1373,-1-2 0,-2-5 0,0 2 0</inkml:trace>
  <inkml:trace contextRef="#ctx0" brushRef="#br1">13382 11877 7887,'0'-16'0,"0"0"0,0 2 4,0 1 0,1 1 1,2 1-1,1-1 206,-2 0 1,0 0 0,-2 1 352,0-1 0,0 4-81,0 0 0,0 4 318,0-4-748,0 6 1,0 6-1,0 7-51,0 2 1,0 6 0,0 0 0,0 4 134,0 0 0,0 4 1,0 1-1,0-1-64,0 2 0,0-4 0,0 4 0,0-2 25,0 1 0,4 4 0,0 0 0,-2 2-141,0 1 1,1 0-1,1 2 1,-1-1 92,-2 0 1,1 4-1,0-6 1,2 1 15,-1 3 0,-2 0 0,-1-3 0,0-1-6,0-2 0,0 0 0,0-3 0,0 1-52,0 3 1,0-1 0,0 2 0,0-1-36,0 0 0,0 6 1,0-5-1,0 1 81,0 3 0,0 4 0,1-2 0,2 1 43,1-1 0,0 0 0,-4-5 1,0 0-27,0 0 0,0 5 1,0-2-1,0-3 10,0-2 0,-4-2 0,0 4 1,1 0-87,2 1 1,1-5 0,0 0 0,0 2-24,0 1 1,0 1 0,0 1-1,0-1 8,0 0 1,0 3 0,-1 0 0,-2-1 8,-1 0 0,0 1 1,4-2-1,0-2 4,0-3 0,0 3 0,0-3 0,0 2 13,0-2 0,0 2 1,0-4-1,0 1 2,0 2 1,0-2 0,0 1 0,0-1-6,0 0 0,0-4 1,0 2-1,0 0 12,0-1 1,0 1 0,0-5 0,0 1 20,0-1 1,0 0 0,0-3-1,0 0 10,0 1 0,4 0 1,0 1-1,-1-1-9,-2 0 0,-1 6 1,0-4-1,0-1 9,0 0 0,0 7 0,0-6 1,0 1-19,0-3 0,4 3 1,0-3-1,-1 0-13,-2 2 1,0-5-1,2 1 1,1 1-30,-2-2 0,4 3 0,-3-4 1,1 0 11,2 0 0,-5 3 0,3-3 0,-2 0 27,2 0 1,-2 2-1,2-3 1,-3-2-10,-1-1 1,1 3 0,2 0-1,1-2 0,-2-1 0,0-1 0,-2 1 0,0 1 46,0 2 1,1 0-1,2-4 1,0-1-13,0 1 1,-2 1 0,-1 1 0,2 1-77,2-5 1,-3 2-217,3-4 1,-2 1-254,2-1 0,-2-2-623,2-2 1,-4-4 61,-4 0 1,-2-5 0,-3-8 1056,1-3 0,-5-2 0,-5-5 0</inkml:trace>
  <inkml:trace contextRef="#ctx0" brushRef="#br1">10360 15134 7853,'-12'-4'-39,"0"0"1,5 0 0,0 3 108,2-3 661,-4 3-539,7-4 1,2 5-1,8 0-32,3 0 1,0 0 0,2 1 0,2 3-32,1 4 0,4-2 0,0 2 0,2 1-41,2 2 1,3-3 0,2-1 0,0 3-67,-1 0 0,5-2 0,-2 0 0,3-1-1,2 0 0,-1 3 0,-1-2 0,-1 1 19,-2-1 0,-1 1 0,3-3 0,-3-1-32,-2 0 0,5 3 0,-3-3 0,2 0 25,-1 1 0,0 1 0,5-1 0,-2-1 12,-3 0 0,3 3 0,-3-3 1,3 0-1,1 1 0,-3 2 0,-1-3 0,2 0 9,1 0 0,0 3 0,-2-4 0,0-1 18,0-2 1,1-1-1,0 0 1,-2 0 6,2 0 0,1 4 1,0 0-1,-2-2-13,0 0 1,-2 2 0,2-1-1,-1 1-31,-3 2 1,4-4 0,-4 5 0,1-1 16,0 1 0,-2-3 0,-2 4 1,1-1 22,2 0 1,-1 3 0,-3-3 0,-1 1 25,1 0 0,3-2 0,1 3 1,-2-2-46,-1-2 0,2 3 1,0-3-1,1 0-97,1 1 0,-5-1 0,5-3 1,-1 4 16,-1 0 0,4-2 0,-3 3 1,-1-1-22,2 1 1,-4-1 0,2 3-1,-2-1-9,-1 1 0,3 1 0,1-1 0,-2-2 9,-2 3 0,0-5 0,0 0 0,-2-1 21,-3 0 0,4 0 1,-5-4-1,1 0-10,1 0 1,-2 0 0,3 0 0,-2 0 2,-3 0 1,4 0 0,-4 0 0,-2 0 27,-1 0 0,3 0 0,0 0 0,-2 1 29,-1 3 1,-1-1-1,0 3 1,-1-1 14,1-2 1,0 2 0,0-1 0,-1-1 10,1-2 1,0 3-53,0 0 0,-1 0-50,1-4 1,-4 0-328,0 0 16,-6 0 0,-6-4 1,-7-1-920,-2-2 1,-2 3-1,-2-4 1280,-6-1 0,-6-1 0,-6-2 0</inkml:trace>
  <inkml:trace contextRef="#ctx0" brushRef="#br1">10125 11124 7809,'0'-11'-678,"0"-1"876,0 0 1,0 4 0,-2 2 499,-2 0 0,3 1-186,-3 1 1,-2 3-329,-2-3 0,1 4 0,1 4 0,1 4 4,2 2 1,-2 2-1,1 0 1,1 1-148,2 2 0,-3 4 0,0 4 0,1 1 90,2-1 1,1 1 0,0 1 0,0 1-14,0 1 1,-4 6 0,0-3 0,2 1 8,0 1 0,2-1 1,0 6-1,0 1-42,0 1 0,0 0 1,0-3-1,0 2-77,0 2 1,2 3 0,0-3 0,4 1 67,0-1 0,1 3 1,2-2-1,-3-1-64,0 1 1,3-1 0,-3 0 0,2 1 50,0 1 0,-4 4 0,2-3 0,1 1-40,-1 0 0,-2 0 1,3-4-1,-1 1-19,1-1 1,-1 4 0,4-4 0,-4 1 28,-1-1 1,3 3 0,-4-2 0,0-1-4,1 1 0,-2 2 1,3-3-1,0 1 29,-4-1 0,3 0 0,-1-5 0,0 0-12,2 0 0,-5-3 1,4-1-1,-1 0 3,0 0 1,4 1 0,-3-3 0,0 1-41,0 3 0,3-3 0,-3 1 1,1 0-24,-1-1 0,3 4 0,-3-2 0,0 2 31,0 1 1,3-4-1,-2-1 1,-1 1-3,0-1 0,3-4 0,-3 2 1,0 0-9,1-1 1,1 1 0,-1-3 0,-1 1-13,0 1 1,3 1 0,-3-5 0,0 1 9,1-1 1,1 5-1,-3 0 1,0 1-3,1 0 1,-3-2 0,3-2 0,-1 1-8,0 2 1,0 2 0,-3-5-1,2-3-10,1 0 1,0 0 0,-4 0-1,1-1 15,3-1 1,-3-4 0,4 2 0,-1-1-2,0-3 0,1 3 0,-2 0 1,2 0-1,0 1 18,1 1 1,-1-4-1,-3 4-10,2-2 1,0 2 0,-2-3 0,0 0 0,2 1 1,0-4 0,-4 4 0,1-2-14,3 1 1,-2 0-1,2-4 1,-3-1 20,-1 1 0,0 4 0,1-1 0,2 0-16,1-2 0,0 2 0,-4 1 0,0-1-3,0-2 0,0-2 1,0 1-1,0 0 53,0 0 0,0-1 0,0 1-7,0 0 1,0 0 0,0-1 30,0 1 1,0 0-1,0 0 10,0-1 0,3 1 2,1 0 0,0 0 60,-4 0 38,0-6-145,0-1-3255,0-5 2409,6 0 0,0-5 0,6-3 805,0-2 0,5-2 0,1 0 0</inkml:trace>
  <inkml:trace contextRef="#ctx0" brushRef="#br1">11124 13076 6054,'-6'0'364,"1"0"0,3 2 200,-2 2-260,3-3-209,-4 4 168,5-5-32,0 0 10,5 0-124,-4 0 0,6 0-12,-3 0 0,-2 0-74,6 0 1,0-5-16,4-3 1,0-2 0,-1-2 0,1 0 18,0 0 1,0 1 0,-1-3 0,1-1 17,0-5 0,5-2 0,2-2 0,4 1-1,0-1 0,1-3 0,-2 0 0,-1 0 75,-2 3 1,0 5-1,0 2 1,-3 3-85,-3 2 0,3-2 0,-2 6 0,-2-1 25,-3 1 0,-1-3-9,4 4 1,-5 0 141,1-1-121,-5 6-323,2-4 1,-4 3-64,3-1 1,-1 0-34,5 4 1,-6 1-450,2 3 0,-1 1 0,0 4 788,0-1 0,7 0 0,-4 4 0</inkml:trace>
  <inkml:trace contextRef="#ctx0" brushRef="#br1">11501 12794 8167,'5'-12'-110,"1"2"0,6 1 0,0 1 164,0-1 0,3-2 0,2-2 0,0-1-59,0-2 0,-1 0 1,-3 5-1,1-1 73,2 0 0,0 0 1,-5 2-138,1 2 0,-4 2-142,0 2 64,0 2 268,-2-3-27,0 5-233,-6 0-160,0 5 0,0-2 0,1 4-407,3-2 706,2-1 0,6 1 0,0 1 0</inkml:trace>
  <inkml:trace contextRef="#ctx0" brushRef="#br1">11877 12747 7933,'0'-12'-1691,"-1"4"1454,-3 1 0,1 3 293,-5-4 1,2 0-1,-4-2 1,4 0 181,1 3 1,-3 3-1,3-4-46,-2-1 1,3-2 60,-4-1 0,6 5 194,-2-1-413,3 5 1,1-1 33,0 8 0,1-1 1,1 5-1,4 1-12,0 1 1,-2 2-1,3 0 1,-1-1-16,1 1 1,-3 0 0,3 1 0,3 1 16,0 2 1,-2 1-1,0-3 1,1 3-25,1 2 1,2-5 0,0 3 0,0-1-7,-1-1 1,1 5-1,1-3 1,2 0-43,0 0 0,1 4 0,-4-3 0,-1 1-9,1-4 0,0 2 0,0-1 0,0 0 58,-1 1 1,1-4 0,-2 2 0,0-2-13,-3-1 1,1 0-1,4 0 1,0-2 4,0-2 1,-5 2 0,1-2 0,1 1-29,2-1 0,1 1 1,-2-3-1,-1-1-1,-1 0 0,0 4-12,4-1 0,-2-1 3,-2 0 1,-2-4-7,-2 1-217,-2-3-507,3-1-1785,-5 0 2525,0 5 0,0 2 0,0 5 0</inkml:trace>
  <inkml:trace contextRef="#ctx0" brushRef="#br1">12183 13453 7458,'-12'0'0,"0"0"61,0 0 1,4 0 0,1-2 25,-3-2 0,0 2 238,-2-6 0,4 5 302,1-1-222,4-2-331,-2 5 1,10-5 0,3 8 0,2 0-5,2 2 1,0 0 0,1-3 0,3 2-27,3 1 0,-1 4 0,2-4 1,1 0-46,1 1 1,2-3 0,-2 5-1,-1-1-123,-2 1 0,0-4 0,0 2-449,-3 0 247,-3-4 0,-8 5 154,-5-6 0,-5 0 0,-8 0 0,-1 0-167,-2 0 0,0-2 0,3 0 1,-1-4 338,-2 0 0,-5-2 0,3-4 0</inkml:trace>
  <inkml:trace contextRef="#ctx0" brushRef="#br1">11042 13241 7949,'-7'-5'-303,"2"2"435,5-5 0,5 6 0,3-2 1,4 2-15,4 2 1,-2 0-1,6 0 1,1 0-14,1 0 1,1 0-1,1 2 1,-1 0-105,1 2 1,-1 1 0,1-2 0,-1 1-136,1-1 1,-6 2 0,-1-1-114,0-2 1,-4 0-747,3-2 993,-3 0 0,-6 0 0,-2 0 0</inkml:trace>
  <inkml:trace contextRef="#ctx0" brushRef="#br1">11418 13476 6648,'0'-12'38,"0"1"1,0-1 304,0 0 0,0 0 39,0 1 1,0 3-43,0 0-189,0 5 1,0-1 0,0 8-20,0 4 1,2 6-1,0 5 1,2 2-26,-1 3 1,2 3-1,-1-3 1,0 3-63,1 0 1,-2 4-1,3-2 1,-1 0 28,-2 0 1,2-2 0,-1-3 0,0-1-20,1 1 0,-3-2 0,1-3 0,-1-3-37,-2-3 1,1-2 0,2-2-47,1-1 0,0-4-229,-4 3 0,0-5-389,0-2 0,0-6 1,0-5-1020,0-1 1665,0 0 0,0 0 0,0 1 0</inkml:trace>
  <inkml:trace contextRef="#ctx0" brushRef="#br1">11536 14076 7007,'-12'-7'771,"6"1"-188,2 2-93,-3-3-48,6 1-300,-4 1 0,6 5-73,3 0 0,2 0 1,6 0-48,0 0 0,0 1 0,-1 1 0,2 2 11,3-1 0,1 2 1,4-1-1,-1 0-100,0 1 0,3 2 0,0 5 0,1-1 34,-1 1 1,1 0 0,-1 0 0,1-1 18,-1 1 1,0-1 0,-3-2 0,-1-1 16,-2 1 1,-2 1 0,-3 1-1,0-2 81,0-1 0,-4-4 297,-1 3-252,-4-4-280,2 2 1,-5-6-959,0-3 457,0 3-162,0-5 1,0 5 813,0-3 0,5 3 0,-3-10 0,3 5 0</inkml:trace>
  <inkml:trace contextRef="#ctx0" brushRef="#br1">11959 13676 7923,'0'-12'-846,"0"1"0,1-1 1487,3 0 1,-2 0-212,2 0 1,-2 2 104,2 2-561,-3 3 1,5 11 0,-6 5 169,0 3 0,1 7 1,2 0-1,1 4-21,-2 2 1,-1 5 0,1-2 0,0 1 5,2 2 1,2 7 0,-4-4 0,2 0-28,-1 1 1,2-3-1,-1-2 1,-2-2-110,0-1 1,-1 3-1,2-5 1,1-2 17,-2-4 1,-1 0 0,-1-6 0,0 0-14,0-2 9,0-7 0,0-2-80,0-8 1,4-4 0,0-7 0,-1-5-27,-2-2 0,-1-2 0,0 1 0,0-2-110,0-2 0,0 1 0,0-6 0,0-1 72,0 0 0,0-7 1,0 1-1,0 0-28,0-2 0,-4 5 0,0-3 1,2 3 146,0 5 1,2 0-1,0 6 1,0 4-93,0 3 1,0-2 0,0 4-140,0 2 0,0 5 80,0 1 0,2 5 169,2-1 0,-3 8 0,4 3 0</inkml:trace>
  <inkml:trace contextRef="#ctx0" brushRef="#br1">12100 13500 7508,'-11'0'-84,"3"0"1,0 0 385,-1 0 0,0-2 1,-1 0 308,3-2 53,4 0-664,-2 4 0,10 0 1,3 0-1,2 0 5,2 0 1,0 0-1,1 0 1,3 0-36,3 0 0,-1 0 0,2 1 0,0 2 6,-2 1 0,3 4 0,-4-3 0,0 0-6,0 0 0,-2 3 0,-3-4 0,-1 0-47,-4 1 1,4-4 39,-3 3-322,-3-2 223,0-2 1,-5-2-546,0-2 1,0 2 160,0-6 0,-1 4 520,-3-4 0,3 0 0,-5-3 0</inkml:trace>
  <inkml:trace contextRef="#ctx0" brushRef="#br1">12335 13335 7144,'-7'-10'0,"-1"2"124,-1 4 1,-2-1 292,-1 1-132,6 0 1,1 5-85,5 3 0,1 2 1,2 6-130,1 0 0,5 0 0,-2 0 0,4-1-58,1 1 1,-1 0-1,1 0 1,0-2 23,0-2 1,-2 2-1,-1-3 1,-2 1-65,-2 0 0,3-5 1,-3 4-193,2-2 0,-5 0-1439,2-1 1657,-2-2 0,-2 8 0,0-3 0</inkml:trace>
  <inkml:trace contextRef="#ctx0" brushRef="#br1">14064 15452 7919,'7'-6'0,"-7"5"242,-8-3 1,1 4 0,-1 4 0,1 4 33,0 2 0,-3 7 0,3 3 0,-1 2-118,0 2 0,2 3 1,-2 2-1,4 0-374,3-1 0,1 0 0,1-5 0,3 0-153,4-4 0,2 2 0,2-4 1,0 0-375,0 0 743,-1-1 0,6-5 0,2 1 0</inkml:trace>
  <inkml:trace contextRef="#ctx0" brushRef="#br1">14276 15499 8316,'8'-4'449,"-1"0"0,1-4 1,4 3-1,1 0-402,3-1 0,-3-1 0,3 3 1,-3 0-353,-2-2 0,1 4-81,0-6-293,0 0 0,-7 2 0,-5 2 0,-7 2 465,-3 2 1,-7 2 0,-3 0-1,-2 4 329,-1 0 1,-1-2-1,1 4 1,-1 0 112,0-2 1,6 5-1,2-4 613,3 4 0,7 1 0,2-1-613,3 1 0,10 3 0,3-2 0,2-3-216,3 1 1,0-1 0,4 2-1,-2 0-80,2-1 1,-4 4 0,-1-1-1,-3-2-106,-1-2 1,-2 3-1,-2-5 1,-4 3-18,-3 0 0,-1-3 0,-1 0 311,-3 1 0,-6 0 1,-6-1-1,2-3-151,1 1 1,1-5 0,0 3 0,0-3-273,1-1 303,-1 0 0,10-5 0,4-2 0</inkml:trace>
  <inkml:trace contextRef="#ctx0" brushRef="#br1">14605 15605 7955,'0'7'0,"0"1"526,0 1 1,0 2-1,0 1 1,0-1-181,0 1 0,0 0 0,0 0-151,0-1 1,5-4 0,3-3-531,3-3 1,0-7 0,1-5 0,-2-3 309,-2-1 0,1 1 0,-5 0 1,-1-2-34,-2 2 0,-1-3 0,0 1 0,-1 2 76,-3 1 1,-2 2-1,-6 2 1,0 2-21,0 2 1,-3-3 0,-1 4 0,2 2-399,0 0 0,3 2 1,0 2-811,3 2 1,3 2 1209,5 6 0,5 0 0,2 0 0</inkml:trace>
  <inkml:trace contextRef="#ctx0" brushRef="#br1">14864 15710 7948,'6'0'2134,"-1"2"-1634,-5 2 0,0 2-3746,0 6 1630,0 0 1616,0-6 0,0-6 0,0-6 0</inkml:trace>
  <inkml:trace contextRef="#ctx0" brushRef="#br1">15075 15358 7926,'-5'6'18,"-1"-1"183,-6-5 1,4 0 0,0 0 809,-1 0-217,-1 0-258,3 0-187,2 0-146,5 0 1,0 6-504,0 1 499,0 9 1,0-2 0,0 5-71,0-2 1,1 4 0,3-3 0,4 2-80,2-1 0,7-4 1,3 0-1,2-2-106,2-1 1,-2-2-1,-1 0 1,-2-4-47,2-1 0,-4 3 1,-1-4-143,-3-1 1,-6-1 150,-4 2 0,-3 2 0,-3 3 1,-5-3 39,-3-1 0,-6 3 0,-1-3 0,0 1 22,2-1 0,-1-1 0,0-4 0,0 0 89,0 0 1,1-1-1,5-3 0,-1-4 1,5-4-1,3-2 1,3-2-112,1 2 1,0-3 0,1 0 0,3-2 25,4-2 0,3 3 0,0-1 0,0-1-18,-3 2 1,2 1-1,-3 5 1,0 0-94,1 0 1,-5 5-1,2 0-471,0 2 0,-3 0-345,2 1 0,-2 2 484,2-2 0,-1 3 0,5 1 470,1 0 0,1-5 0,2-2 0</inkml:trace>
  <inkml:trace contextRef="#ctx0" brushRef="#br1">15287 15346 7926,'12'-4'0,"1"0"0,1 1 476,2 2 1,0 1 0,-5 0 0,1 0-216,0 0 1,0 4 0,-1 3-1,1 2-27,0 4 0,-4 5 1,-2-1-1,1 0-136,-1 0 1,-3 4 0,1-2 0,-2 2-351,2-1 1,-2 2-1,2-3 1,-3-1-272,-1-3 1,-4 2 0,-1-1-1,-2-3-124,-2-4 1,3-2 0,-2-5 0,-1 2 646,-2-1 0,-1-6 0,1-1 0,-6-10 0,-2 1 0</inkml:trace>
  <inkml:trace contextRef="#ctx0" brushRef="#br1">15299 15569 8545,'-11'-5'0,"2"-1"0,3-2 631,0 0 1,4 1-1,6-2 1,4 3-727,2 0 0,7-1 0,3 1 0,2 0-252,1-3 1,1-2-1,1 1 1,1 1-597,1 1 1,-1 0-1,-5-4 943,-1 0 0,0 1 0,3-1 0</inkml:trace>
  <inkml:trace contextRef="#ctx0" brushRef="#br1">15687 15546 8002,'0'6'5067,"0"5"-5025,0-5 1,1 1-685,3-3 1,-1-3-247,5-1 1,-5-5 0,5-2 0,0-1 887,-1 1 0,3-6 0,-3-6 0</inkml:trace>
  <inkml:trace contextRef="#ctx0" brushRef="#br1">15840 15369 8318,'-4'8'0,"0"0"398,1 1 0,3 6 0,3 0 1,2 0-228,2-2 1,2-2 0,5 1 0,1 0-127,-5 0 1,2-1 0,-6 1 0,2 0-159,0 0 0,-5 0 1,0-1-187,-1 1 1,-7 0 0,-5-2 0,-3-1-115,-2-1 0,-5-5 0,3 1 0,0-3 32,0-1 1,1-1 0,3-4-1,-1-6 381,-2-3 0,2-7 0,6 1 0,4-1-36,3 2 1,1-2 0,0 4-1,1-1 138,3-3 0,4 2 0,6 1 0,3 1 74,2 3 1,0 1-1,3 1 1,-1 0-122,-1 0 0,-2 1 0,3 0 0,-3 2-328,-1 1 1,-2 4-1,-6-4 273,-1-1 0,0-1 0,3-2 0</inkml:trace>
  <inkml:trace contextRef="#ctx0" brushRef="#br1">14793 15863 7916,'7'-5'1113,"-3"-3"-758,-3 3 0,-1 5 1,0 8-1,0 2-560,0 2 1,0 0-86,0 0 0,0-1 1,-1 1-1,-2 0 290,-1 0 0,-5-1 0,2 1 0</inkml:trace>
  <inkml:trace contextRef="#ctx0" brushRef="#br1">15910 15252 7834,'12'-12'0,"1"7"0,3 3 0,3 8 0,4 3 915,0 4 1,-1 7 0,-1-1 0,-1 3-520,1 2 1,-4 3 0,-3 2-1,-3 0-322,-4 0 0,-4 3 1,1 0-1,-3 2-317,-1 1 1,-5-1 0,-4 0-1,-4-2-45,-3 1 0,-5 2 0,2-6 288,-4 1 0,0 1 0,-1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16463 9501 7848,'-7'6'0,"4"-1"0,6 3 0,5-4-38,3-3 0,0-1 0,1-1 1,0-2-1,0-2 0,0-2 49,-1-2 0,1-1 0,0-2 150,0 0 0,-5 0 0,0 1 1,-2-1-293,-2 0 0,-2 0 0,-1 1 150,0-1 1,0 4-1,-1 2 1,-3 0 2,-4 4 0,1 0 0,0 2 1,-3 0 126,0 0 0,-2 2 0,1 0 49,-1 2 1,4 4 0,1-3 0,1 1-66,-1-1 0,5 4 0,-2-1-76,2 2 0,2-2 11,0 0 0,6-6 0,2 2 0,2-2-147,2-2 1,0 0-1,-1 0 1,1 0-106,0 0 1,2-6 0,-1 0 0,-2-2 30,-1 0 0,-3 2 0,-1-3 0,-1 1 128,-2-1 0,-2 2 0,-1-1 1,-1 0 45,-3 2 0,2-1 0,-6 5 1,-1-2 73,-2 1 0,-5 2 0,1 2 0,0 2 186,2 1 0,-2 5 0,-1-3 362,2 1-674,6 3 1,4-4-56,8 1 0,2-3 0,6-6-16,0-2 1,-6-5-1,0 2-105,-1 1 0,-4-1 0,2 4-7,-6 0 0,-2 0 1,-4 7-1,1 4-135,-1 2 0,3 3 1,3 2 348,1 0 0,13 6 0,2-3 0</inkml:trace>
  <inkml:trace contextRef="#ctx0" brushRef="#br0">19109 9360 7820,'0'-11'0,"0"3"593,0 0 1,1 5 201,3-1-632,-3 3 0,10 1-69,-3 0 0,-2 0-125,2 0 1,0 0 8,4 0 1,-5 0-1,1 0-90,1 0 1,2 0 0,1 0-220,-1 0 1,1-5 151,0-3 0,-2-2 29,-2-2 1,-4 1 182,-8 4 0,-2 1 0,-6 6 0,0 0 140,0 0 0,-1 6 1,-1 1-1,-2 3 10,2-3 0,1 6 0,2-2 1,2-1 55,1 1 1,6 2 0,-2-5-219,3 2 1,1 2-50,0 0 1,5-6 0,3-2 0,2-3-11,2-1 0,0 0 0,1 0 1,1-1-103,2-3 0,-1 2 1,-4-6-1,-2 0-146,-1 1 1,-4-2-1,2 4 194,0-2 0,-3 0 163,-3-5 0,-1 5 1,-3 3-49,-4 3 0,-2 6 0,-2 2 0,2 1 319,2 0 0,-1-5 0,5 5-145,1 1 0,2-2 0,2 0-235,3-2 0,3-1 0,4-4 0,1 0-69,0 0 1,0-6-1,-1 0 1,1-2 7,0 0 1,-6 0 0,-2-3-1,-2-1 57,-2 0 0,-2 0 0,-2 1 0,-5 0-1,-5 3 1,0 2-1,-5 3 1,2-1-109,3 2 1,1 0-1,1 4 1,0 2-592,1 3 1,4 9 741,3 4 0,3 2 0,1 1 0</inkml:trace>
  <inkml:trace contextRef="#ctx0" brushRef="#br0">16522 12030 7603,'-15'8'0,"2"-2"0,3 1 0,1-1-59,2 3 0,2-2 1,5 1-1,0 1 0,0 1 234,0 2 0,0-4 47,0 0 1,5-6-1,4 2 1,4-2-201,3-2 1,0-2 0,-3 0-1,1-5-32,2-3 0,3 1 1,-3-7-1,-1 3 5,-2 1 0,-6 0 0,0 0 0,-2 1-86,-2-1 1,-2 0-1,-1 0 1,-1 2 73,-3 2 0,-3-1 0,-4 5 1,-1 0 145,0-1 1,-4 4-1,1-3 1,-1 2 89,-1 2 1,4 2 0,-3 2 0,3 2 18,1 1 0,2-1 0,1-3 52,1 1-240,5 0 1,0-4 0,6 0-193,5 0 1,3-4 0,0-1 33,1-2 0,-4 0 0,-1-2-177,-2 1 177,-1 6 0,-9-3 0,-2 6-123,0 3 1,2 2-1,5 7 1,0 2-986,0 1 1216,11 4 0,7-7 0,12 4 0</inkml:trace>
  <inkml:trace contextRef="#ctx0" brushRef="#br0">19109 12018 7786,'-12'0'0,"0"0"0,1 0 954,-1 0-594,0 5 0,2 2 0,2 4-163,4 1 0,4-5-262,4-3 1,2-3 0,7-1-1,2-1-23,0-3 1,2 1 0,-2-5 15,0-1 0,1-1 0,-4-2 0,0 0 0,-2 0-28,-2 1 1,1 3 0,-5 0 82,-1-1 1,-2 2 0,-2 1 163,-3 1 1,-3 1 0,-5 4 0,1 0 62,-1 0 0,0 4 1,0 1 6,1 1 1,0 2 0,2 3-9,1-4 0,7 3-242,1-6 0,5-1 0,7-3 0,0 0-248,-1 0 1,1-5-1,0-3 98,0-2 0,-2-2 115,-2 0 0,-4 5 0,-8 0 281,-4 2 1,-2 1-1,-2 5-257,0 3 0,2-1-430,2 5 0,5-1 0,11 4 474,8-3 0,10 2 0,4-3 0</inkml:trace>
  <inkml:trace contextRef="#ctx0" brushRef="#br0">20473 9525 7833,'-8'-4'208,"0"0"1,4 0-1,-4 4 455,-1 0-397,4 0-121,-5 0 0,7 0 113,-5 0 1,2 2-91,-2 1 1,3 0-223,5 5 1,5-2 0,3 2 0,2-4-31,2-2 0,0-2 0,-1 0 0,1 0 24,0 0 1,-4-4 0,-2-2-1,1 1-150,-1 0 1,-3 0 0,1 1 158,-3-4 1,-6 3-1,-3 1 1,-2 2 63,-2 2 0,0 0 1,0 0-1,1 2 272,-1 2 1,0 1 0,2 4-1,0-1-95,3 1 0,4-2 1,-1 0-178,3 3 0,2-5 1,3 0-1,4-1 34,2 0 1,2 0 0,1-4 0,2 0-268,0 0 1,-3-4 0,-4 0-1137,1 1 1094,-4 2 1,2 1 0,-3 0 0,3 0-459,4 0 0,6 4 720,2 0 0,14-5 0,4-6 0</inkml:trace>
  <inkml:trace contextRef="#ctx0" brushRef="#br0">22296 9454 7825,'-12'2'0,"1"2"678,4 4 91,-4-3-731,10 5 1,-3-9 50,8 3 1,-2-2 0,6-2-17,1 0 1,2-6-120,1-1 0,-5-2 0,0-1-160,-2 3 0,-2 0 196,-7-1 1,-3 3 0,-4 5 93,-1 0 1,0 1-1,2 3-48,2 4 0,-1-1 0,5 0 154,1 3 1,3-1-168,4-2 0,3-1 1,4-6-1,1 0-9,0 0 1,3 0-1,1-2 1,-1-2-29,-2-3 1,-6 0 0,0-1 0,-2-1 24,-2-1 0,-2 2 1,-2 0-1,-3-1 40,-4-2 1,-2 4 0,-3 0 0,-2 1 30,-1-1 0,-1 4 0,3-1 1,-2 3-283,2 1 0,1 7 0,3 3 86,2 4 114,2 7 0,12 3 0,0 6 0</inkml:trace>
  <inkml:trace contextRef="#ctx0" brushRef="#br0">22201 11477 7764,'-11'0'0,"3"0"0,0 0 0,-1 0 0,-2 0 907,0 0-364,4 0 0,2-1 0,6-2-530,3-1 0,-1-1 0,5 1-259,1-4 0,0 2 0,0-2 0,-1 0 201,1 1 1,-2-2-1,-1 4 1,1-1 0,-1-4 1,-3 0-1,2 0 95,0 2 1,-5-1 0,2 3 47,-5 0 1,-6 3 0,1-1 0,-3 4 37,0 4 1,-1-1 0,2 5-1,0 1-8,3 1 1,0 2 0,-1 0 9,4-1 0,3 1-129,1 0 0,9-2 0,4-2 1,3-4-240,1-2 0,2-6 0,-2-2 1,0 0 71,0-3 1,-1-2 0,-6-1 0,-2 1 110,-4-1 0,1 0 0,-1 0-29,-1 1 0,-3-1 0,-4 1-229,-4 4 5,-2-4 0,3 11 0,5-1 299,4 3 0,10 13 0,6-2 0</inkml:trace>
  <inkml:trace contextRef="#ctx0" brushRef="#br0">23460 11030 7896,'-16'0'0,"0"0"0,2 0 192,1 0 0,1 0 0,0 0 481,1 0 0,4 5-968,3 3 1,3-1 292,1 1 0,1-6 0,3 2 0,4-3 54,2-1 0,2 0 0,0-1 1,0-3-56,-1-4 1,1 2-1,-1-2 1,-2 0 0,-1 2 1,-6-5 0,2 3 58,-3-2 0,-1-2 0,-1 2 1,-3 2 1,-4-1 0,-6 3 94,-2 0 0,1 3 0,3-1 1,0 4 228,0 4 0,1-1 0,0 5-143,3 1 0,3-3 0,5 2-573,0 1 1,7-3 0,3-2 0,6-3-47,2-1 0,2 0 0,2 0 0,-1-1 132,-2-3 1,-4-3 0,-1-5 150,-5 1 1,-3 3-1,-8 0 121,-2-1 0,-2 4 0,-6 1 0,-1 2 0,-3 2-162,-3 0 1,-2 0 0,0 2 0,1 2 137,-1 3 0,-1 4 0,-1 1 0</inkml:trace>
  <inkml:trace contextRef="#ctx0" brushRef="#br0">16710 9325 8420,'-12'0'-5,"0"0"1,2-1 3,2-3 0,3 1 0,5-5 0,0-1 0,0-1 0,1-2 0,3-1 0,4-1 0,2-3 0,3-2 1,3-2 0,1-3-46,3 0 1,7-7 0,1 5 0,3-4 87,0-2 1,7 6-1,-1-3 1,3 2 25,5-1 0,-3 1 1,2 3-42,4 1 0,-2-1 1,6 0-1,3-3 1,0 1 6,3 4 1,-26 8 0,1 1 0,1 1 0,1 0 0,0 0-1,1 1-8,0 0 0,1 1 0,1-1 0,0 1 0,-1 1 0,0 1 0,0-1 0,1 1-41,0-1 0,1 1 1,4-2-1,0 0 0,-2 2 1,0 1-1,0 0 1,1 1 26,-3 1 0,1 0 1,2 0-1,0 0 0,-2 1 1,1 1-1,-1 0 1,1 0-15,-1 1 0,1 0 0,1 1 0,1 1 0,-4 0 0,0 0 0,0 0 0,-1 0 31,1 0 1,1 0 0,2 0 0,1 1 0,-3 1 0,-1 0 0,0 1 0,-1 2-30,-1-1 1,0 2 0,0 1 0,0 2 0,-4 0-1,-1 0 1,0 1 0,0 1 19,2 1 1,-1 1 0,-2 0 0,-1 0 0,31 12-62,-5 2 1,-5-2 0,1 4-1,-2-2 20,-5 1 0,-2-1 0,1-3 1,-5-1-1,-3 1-7,0-1 1,-6 1 0,-3-1 0,-2-1 67,-2-2 0,0 1 0,-2-4 0,-3 0-19,-1 0 0,-1 0 0,-5-3 0,1 2 98,0-2 1,-2-1 0,-1-1-1,-1 0 43,1 0 1,-2-4 0,1-1-17,1 3 1,-3-1 0,2-1-138,1-5 1,-2 3 183,1-2 145,0 0-248,-2-4-398,-1 0 1,-5 1 0,2 1-552,2 2 0,-3 2 265,3-3 0,-3 4 0,-2 5 285,-3 0 1,1-2-1,-3-1 1,-1-2 308,1-2 0,2 0 34,-4-1-27,0-3 1,-2 3 214,2-8 0,-1-2 447,5-6 1,0 4 84,4 0-495,0 6 1,0-5 33,0 3-58,0 3 95,0-4-476,5 10 1,-2-2-266,5 4 1,-6 1 0,1 4-129,-6 0 0,1 0 539,-6-1 0,0 1 0,-4 0 0</inkml:trace>
  <inkml:trace contextRef="#ctx0" brushRef="#br0">19226 9419 8124,'-1'-12'0,"-2"1"0,0-1 0,0 0 0,2 0 0,1 1 0,1-1 0,3 0-154,2 0 0,6 1 176,0-1 0,4 0 1,1-1-1,1-1 105,3-2 1,6-5-1,6 1 1,5-2-98,5-1 1,3-1 0,2 1 0,2 0-44,1 4 1,7-3-1,-1 2 1,-1-1 11,1 2 1,3-2 0,2 4 0,-1 0-24,-28 8 0,-1 1 0,31-8 0,3 3 1,-2 0 24,-2 1 0,-25 3 0,1 0 0,-4 3 0,0 0 1,3 0-1,0-1-28,3 0 1,0 1 0,0 0 0,0 1 0,-1 1 0,1-1 0,-1 1 0,-1 0 30,0 0 0,0-1 0,0 2 0,0 1 1,-2 0-1,0 0 0,-1 1 0,0 1-60,31 0 1,-1 0 0,-1 0 0,-1 0 24,-3 0 0,0 0 1,-8 1-1,0 2 61,1 1 0,-2 4 0,-4-3 0,0 1-5,0 3 0,-1-2 0,-2 1 0,-2 0-8,-2-2 0,3 5 1,-3-3-1,-3 1 23,0-2 1,-2 4 0,-1-5 0,-2 2 78,-5 0 0,-2 0 1,-2 4-1,0-2 39,-4-2 1,-2 3 0,-4-4 0,2 2 95,0-1 0,1 3 1,-4-5-1,0 2-94,-1 0 1,1-1 0,0 2 0,0-3-61,-1-1 1,0 1 0,-2-4-164,-1 2 1,0 5 0,-1-7-170,1 2 1,-6-3 97,-2-1 0,-2-4 1,-4-1-275,1-2 1,-3 3 453,4-4 1,-4 5 800,4-5-587,-5 5 1,8-3 127,-3 2-318,2 2 1,8-2-20,1 8 0,3 3 1,-1 3-1,-3-1-5,-1-1 0,3 0 0,-2 3 0,-1-2 23,0-1 0,3-1-115,-4 5-9,5 0 0,-8-4-719,3 0-455,-3-1 814,-1 5 0,-5-5 0,-3-3-10,-2-3 1,2-1-1,0 0 219,-1 0 1,-1 0 16,-2 0 0,0 0 0,0 0 43,1 0 0,3 0 0,0 1 192,-1 3 1,2-3 772,-1 3-295,1-2 0,-1-2 280,0 0 0,4 0 519,-4 0-909,5 0-427,-2 0 1,7 1 0,1 3 5,5 4 0,3 1 0,-1 0 0,-1-1-34,-1 1 1,-1-2 0,2 0 97,-1 3 0,-6-4-47,2 2 1,-4-5 0,-5 0-1,-7-1 9,-6-2 1,-4 0 0,-2-2 0,1-1 17,-1-5 1,-3-1-1,-1-1 1,4 3 11,3-3 0,0 0 0,5-2-541,2 0 0,1 6 0,2 3-1041,3 6 1,-1 9 1532,5 7 0,-5 9 0,3 2 0</inkml:trace>
  <inkml:trace contextRef="#ctx0" brushRef="#br0">16592 12194 8325,'-5'-11'0,"-1"-1"0,-2 0 0,1 0-18,2 1 0,-4-1 0,2 0 0,-1 0 0,2 1 0,-1 0 0,2 1 302,0-2-193,1 3 0,4-8 1,0 5-1,0-1 48,0-3 0,5 2 0,4-6 0,6 1-77,4 0 0,9-7 0,4 1 0,5-3-201,2-5 0,15-5 0,-26 18 0,1 0 0,3-1 0,2 0 138,1-1 1,1-1 0,3 1 0,0 0 0,-1-1 0,1 2 0,0 0 0,0 1-59,1 2 1,0-1-1,4-1 1,1 0 0,-1 2-1,0 2 1,4-1 0,0 0 64,0 0 0,2 0 0,6-3 0,1 1 0,-2 2 0,0 1 0,4 0 0,1-1-143,4 0 0,0 1 0,-1-1 0,0 1 0,-1-1 0,1 1 0,0 1 0,-1 1 124,1 2 1,0 0 0,-19 3-1,1 0 1,-1 0 0,17 0-1,-2-1 1,3-1 0,-1 0 15,0-1 1,0 0 0,1 0 0,1 1 0,-1-1-1,0 0 1,-1 1 0,0 0 0,0 1 1,-1 0-1,0 0 1,-1 1-1,-2 2 1,-1 1-1,-3 1 1,-1 0 89,-2 2 0,0 0 0,-3 1 1,0 0-1,-1 2 0,-1 0 0,-1 0 1,0 0-75,-2 0 1,-1 0-1,0 1 1,-2-1 0,-3 1-1,0 1 1,0 0 0,1 1 4,0 0 1,1 1 0,-2-1-1,1 2 1,-4 0 0,0 1-1,29 6 4,-6 0 1,0 0-1,-5-1 1,-2 1-72,-5 0 1,-4 0-1,-6-1 1,-1 1 44,-2 0 1,-4 4-1,0-1 1,-2 0 174,-2-2 1,0-2 0,-3 1 0,-1 0-58,-2 0 1,2 0-1,-2-1 1,2 0 229,2-3 1,-3 2 0,0-3 0,0 0-294,1 1 1,-1-4 0,3 3 0,-3-2 22,-1-2 1,3 2 0,-3-1 0,0-2-97,0 0 1,2-2-1,-3 0 1,-2 0 1,-1 0 1,-5 0-1,-1 1-1491,-2 3 757,-1-3 1,-4 6 0,-1-5-686,-3 2 1401,-3 0 1,-3-5-1,2-3 57,4-4 0,-1-2 0,0-2 215,-2 0 1,3 2 0,-2 0 0,0 3 636,4-3 1,-4 0 177,3-2 1,-5 4-708,4 1 1,1 4-230,7-1 0,3 3 0,4 1 0,1 0 36,0 0 1,0 4 0,-1 1-1,1 0-226,0 0 0,0 1 0,-1-4 1,1 3-72,0 2 0,0-3 65,0 4 0,-6-4-14,-2 3 1,-8 0 0,-5 2 0,-5-1-169,-6 1 1,-1 2-1,-1 0 1,0 2-229,-3 3 0,-5 1 0,1 5 486,-1 2 0,-1-3 0,-5 7 0</inkml:trace>
  <inkml:trace contextRef="#ctx0" brushRef="#br0">19085 12100 8274,'0'-11'0,"2"-1"0,0 0 0,5 0 0,2 0 0,5 1 0,2-1-272,1 0 1,8-3 0,0-2 0,5-2 245,6-2 1,3-5 0,7-4 0,0-1 112,2-2 1,-18 12 0,0 0-1,1 2 1,1-1 0,2-1 0,0-1 18,1 1 1,1-1 0,2-2 0,1 0 0,-1 1 0,1 0 0,-1 0 0,-1 0-127,3 0 0,-1 0 0,0-1 0,2 1 0,1 3 1,1 0-1,0 0 0,0-1 83,0 1 1,0 0 0,5-2 0,-1 1 0,-2 1-1,-1 0 1,3 1 0,0 1 7,-1-1 0,1 1 0,3 1 0,1 0 0,-3 1 0,-1 1 0,0 1 1,0 0-5,0 2 0,0-1 1,0 2-1,-1 0 0,0 1 1,1-1-1,-1 2 0,-1 0 0,0 0 1,0 1-1,0 0 1,-1 0-1,2 3 1,0 0-1,-1 0 1,0 1-53,0 0 1,1 0 0,0 1 0,0-1 0,0 0 0,-1 1 0,-1 0 0,0 0-3,-2 0 0,-1 1 0,1 1 0,0 1 0,-5-2 0,-1 0 0,-1 1 0,-1 1 28,30 0 1,-1 3 0,-4 3-1,-6-1 46,-3 0 0,-5 3 1,-5-3-1,-5 0 42,-1 1 0,-5 2 1,-2-3-1,-3 0 37,-4 0 0,-3 3 0,-6-4 192,1-1 0,0-2-301,0-1 1,-1 0-710,1 0 1,-4 0-1588,0 0 1532,-6 0 1,9-5 0,-3-3 370,2-3 0,-2 0 0,0-1 1,0 0 301,-2 0 0,1 1 0,-5-1 0,2 0 422,-1 0 0,-2 4 1,-2 1 64,-3-3 0,-3 1 1,-4 0-1,-1 1 240,0-1 1,0 3 0,1-1 84,-1 2 0,4 1-727,0 4 1,6 1-151,-2 3 0,8-1 0,3 3 0,4 1-20,1-1 1,-1-2 0,1 3 0,-1-1-62,-4 1 0,4-4 0,-5 2 175,1 0 0,-2 2 0,-6 4 120,-3 1 0,-4 0 1,-6 0-1,-3-1-227,-1 1 1,-1 4 0,-2 1 0,3 0-310,1 0 1,-3 2-1,5 0 1,0 2 420,2 3 0,-4 8 0,-1-2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D3FA6-1E2E-814B-AEFD-41D306606544}" type="datetimeFigureOut">
              <a:rPr lang="es-ES" smtClean="0"/>
              <a:t>17/8/21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Haga clic para modificar el estilo de texto del patrón</a:t>
            </a:r>
          </a:p>
          <a:p>
            <a:pPr lvl="1"/>
            <a:r>
              <a:rPr lang="x-none"/>
              <a:t>Segundo nivel</a:t>
            </a:r>
          </a:p>
          <a:p>
            <a:pPr lvl="2"/>
            <a:r>
              <a:rPr lang="x-none"/>
              <a:t>Tercer nivel</a:t>
            </a:r>
          </a:p>
          <a:p>
            <a:pPr lvl="3"/>
            <a:r>
              <a:rPr lang="x-none"/>
              <a:t>Cuarto nivel</a:t>
            </a:r>
          </a:p>
          <a:p>
            <a:pPr lvl="4"/>
            <a:r>
              <a:rPr lang="x-none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F3C7A-BB85-3E46-94D5-96B23E65B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22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Colora</a:t>
            </a:r>
            <a:r>
              <a:rPr spc="-10" dirty="0"/>
              <a:t>d</a:t>
            </a:r>
            <a:r>
              <a:rPr dirty="0"/>
              <a:t>o</a:t>
            </a:r>
            <a:r>
              <a:rPr spc="-15" dirty="0"/>
              <a:t> </a:t>
            </a:r>
            <a:r>
              <a:rPr spc="-5" dirty="0"/>
              <a:t>S</a:t>
            </a:r>
            <a:r>
              <a:rPr spc="5" dirty="0"/>
              <a:t>c</a:t>
            </a:r>
            <a:r>
              <a:rPr spc="-5" dirty="0"/>
              <a:t>hoo</a:t>
            </a:r>
            <a:r>
              <a:rPr dirty="0"/>
              <a:t>l</a:t>
            </a:r>
            <a:r>
              <a:rPr spc="-2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M</a:t>
            </a:r>
            <a:r>
              <a:rPr spc="-5" dirty="0"/>
              <a:t>ine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x-none" spc="-5"/>
              <a:t>Computer Vision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Colora</a:t>
            </a:r>
            <a:r>
              <a:rPr spc="-10" dirty="0"/>
              <a:t>d</a:t>
            </a:r>
            <a:r>
              <a:rPr dirty="0"/>
              <a:t>o</a:t>
            </a:r>
            <a:r>
              <a:rPr spc="-15" dirty="0"/>
              <a:t> </a:t>
            </a:r>
            <a:r>
              <a:rPr spc="-5" dirty="0"/>
              <a:t>S</a:t>
            </a:r>
            <a:r>
              <a:rPr spc="5" dirty="0"/>
              <a:t>c</a:t>
            </a:r>
            <a:r>
              <a:rPr spc="-5" dirty="0"/>
              <a:t>hoo</a:t>
            </a:r>
            <a:r>
              <a:rPr dirty="0"/>
              <a:t>l</a:t>
            </a:r>
            <a:r>
              <a:rPr spc="-2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M</a:t>
            </a:r>
            <a:r>
              <a:rPr spc="-5" dirty="0"/>
              <a:t>ine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x-none" spc="-5"/>
              <a:t>Computer Vision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Colora</a:t>
            </a:r>
            <a:r>
              <a:rPr spc="-10" dirty="0"/>
              <a:t>d</a:t>
            </a:r>
            <a:r>
              <a:rPr dirty="0"/>
              <a:t>o</a:t>
            </a:r>
            <a:r>
              <a:rPr spc="-15" dirty="0"/>
              <a:t> </a:t>
            </a:r>
            <a:r>
              <a:rPr spc="-5" dirty="0"/>
              <a:t>S</a:t>
            </a:r>
            <a:r>
              <a:rPr spc="5" dirty="0"/>
              <a:t>c</a:t>
            </a:r>
            <a:r>
              <a:rPr spc="-5" dirty="0"/>
              <a:t>hoo</a:t>
            </a:r>
            <a:r>
              <a:rPr dirty="0"/>
              <a:t>l</a:t>
            </a:r>
            <a:r>
              <a:rPr spc="-2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M</a:t>
            </a:r>
            <a:r>
              <a:rPr spc="-5" dirty="0"/>
              <a:t>ine</a:t>
            </a:r>
            <a:r>
              <a:rPr dirty="0"/>
              <a:t>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x-none" spc="-5"/>
              <a:t>Computer Vision</a:t>
            </a:r>
            <a:endParaRPr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Colora</a:t>
            </a:r>
            <a:r>
              <a:rPr spc="-10" dirty="0"/>
              <a:t>d</a:t>
            </a:r>
            <a:r>
              <a:rPr dirty="0"/>
              <a:t>o</a:t>
            </a:r>
            <a:r>
              <a:rPr spc="-15" dirty="0"/>
              <a:t> </a:t>
            </a:r>
            <a:r>
              <a:rPr spc="-5" dirty="0"/>
              <a:t>S</a:t>
            </a:r>
            <a:r>
              <a:rPr spc="5" dirty="0"/>
              <a:t>c</a:t>
            </a:r>
            <a:r>
              <a:rPr spc="-5" dirty="0"/>
              <a:t>hoo</a:t>
            </a:r>
            <a:r>
              <a:rPr dirty="0"/>
              <a:t>l</a:t>
            </a:r>
            <a:r>
              <a:rPr spc="-2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M</a:t>
            </a:r>
            <a:r>
              <a:rPr spc="-5" dirty="0"/>
              <a:t>ine</a:t>
            </a:r>
            <a:r>
              <a:rPr dirty="0"/>
              <a:t>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x-none" spc="-5"/>
              <a:t>Computer Vision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00" y="1066986"/>
            <a:ext cx="8078185" cy="49466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Colora</a:t>
            </a:r>
            <a:r>
              <a:rPr spc="-10" dirty="0"/>
              <a:t>d</a:t>
            </a:r>
            <a:r>
              <a:rPr dirty="0"/>
              <a:t>o</a:t>
            </a:r>
            <a:r>
              <a:rPr spc="-15" dirty="0"/>
              <a:t> </a:t>
            </a:r>
            <a:r>
              <a:rPr spc="-5" dirty="0"/>
              <a:t>S</a:t>
            </a:r>
            <a:r>
              <a:rPr spc="5" dirty="0"/>
              <a:t>c</a:t>
            </a:r>
            <a:r>
              <a:rPr spc="-5" dirty="0"/>
              <a:t>hoo</a:t>
            </a:r>
            <a:r>
              <a:rPr dirty="0"/>
              <a:t>l</a:t>
            </a:r>
            <a:r>
              <a:rPr spc="-2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M</a:t>
            </a:r>
            <a:r>
              <a:rPr spc="-5" dirty="0"/>
              <a:t>ine</a:t>
            </a:r>
            <a:r>
              <a:rPr dirty="0"/>
              <a:t>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x-none" spc="-5"/>
              <a:t>Computer Vision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9204" y="431037"/>
            <a:ext cx="662559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5940" y="6586829"/>
            <a:ext cx="139318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Colora</a:t>
            </a:r>
            <a:r>
              <a:rPr spc="-10" dirty="0"/>
              <a:t>d</a:t>
            </a:r>
            <a:r>
              <a:rPr dirty="0"/>
              <a:t>o</a:t>
            </a:r>
            <a:r>
              <a:rPr spc="-15" dirty="0"/>
              <a:t> </a:t>
            </a:r>
            <a:r>
              <a:rPr spc="-5" dirty="0"/>
              <a:t>S</a:t>
            </a:r>
            <a:r>
              <a:rPr spc="5" dirty="0"/>
              <a:t>c</a:t>
            </a:r>
            <a:r>
              <a:rPr spc="-5" dirty="0"/>
              <a:t>hoo</a:t>
            </a:r>
            <a:r>
              <a:rPr dirty="0"/>
              <a:t>l</a:t>
            </a:r>
            <a:r>
              <a:rPr spc="-25" dirty="0"/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M</a:t>
            </a:r>
            <a:r>
              <a:rPr spc="-5" dirty="0"/>
              <a:t>ine</a:t>
            </a:r>
            <a:r>
              <a:rPr dirty="0"/>
              <a:t>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41775" y="6586829"/>
            <a:ext cx="916304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x-none" spc="-5"/>
              <a:t>Computer Vision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14257" y="6465214"/>
            <a:ext cx="2063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cse.msu.edu/~stockman/CV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0036" y="2664332"/>
            <a:ext cx="550354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5" dirty="0">
                <a:latin typeface="Calibri"/>
                <a:cs typeface="Calibri"/>
              </a:rPr>
              <a:t>2</a:t>
            </a:r>
            <a:r>
              <a:rPr sz="3600" spc="5" dirty="0">
                <a:latin typeface="Calibri"/>
                <a:cs typeface="Calibri"/>
              </a:rPr>
              <a:t>D</a:t>
            </a:r>
            <a:r>
              <a:rPr sz="3600" dirty="0">
                <a:latin typeface="Calibri"/>
                <a:cs typeface="Calibri"/>
              </a:rPr>
              <a:t>-2D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Coo</a:t>
            </a:r>
            <a:r>
              <a:rPr sz="3600" spc="-50" dirty="0">
                <a:latin typeface="Calibri"/>
                <a:cs typeface="Calibri"/>
              </a:rPr>
              <a:t>r</a:t>
            </a:r>
            <a:r>
              <a:rPr sz="3600" spc="-5" dirty="0">
                <a:latin typeface="Calibri"/>
                <a:cs typeface="Calibri"/>
              </a:rPr>
              <a:t>di</a:t>
            </a:r>
            <a:r>
              <a:rPr sz="3600" spc="5" dirty="0">
                <a:latin typeface="Calibri"/>
                <a:cs typeface="Calibri"/>
              </a:rPr>
              <a:t>n</a:t>
            </a:r>
            <a:r>
              <a:rPr sz="3600" spc="-35" dirty="0">
                <a:latin typeface="Calibri"/>
                <a:cs typeface="Calibri"/>
              </a:rPr>
              <a:t>a</a:t>
            </a:r>
            <a:r>
              <a:rPr sz="3600" spc="-60" dirty="0">
                <a:latin typeface="Calibri"/>
                <a:cs typeface="Calibri"/>
              </a:rPr>
              <a:t>t</a:t>
            </a:r>
            <a:r>
              <a:rPr sz="3600" spc="-20" dirty="0">
                <a:latin typeface="Calibri"/>
                <a:cs typeface="Calibri"/>
              </a:rPr>
              <a:t>e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235" dirty="0">
                <a:latin typeface="Calibri"/>
                <a:cs typeface="Calibri"/>
              </a:rPr>
              <a:t>T</a:t>
            </a:r>
            <a:r>
              <a:rPr sz="3600" spc="-85" dirty="0">
                <a:latin typeface="Calibri"/>
                <a:cs typeface="Calibri"/>
              </a:rPr>
              <a:t>r</a:t>
            </a:r>
            <a:r>
              <a:rPr sz="3600" dirty="0">
                <a:latin typeface="Calibri"/>
                <a:cs typeface="Calibri"/>
              </a:rPr>
              <a:t>an</a:t>
            </a:r>
            <a:r>
              <a:rPr sz="3600" spc="-35" dirty="0">
                <a:latin typeface="Calibri"/>
                <a:cs typeface="Calibri"/>
              </a:rPr>
              <a:t>s</a:t>
            </a:r>
            <a:r>
              <a:rPr sz="3600" spc="-70" dirty="0">
                <a:latin typeface="Calibri"/>
                <a:cs typeface="Calibri"/>
              </a:rPr>
              <a:t>f</a:t>
            </a:r>
            <a:r>
              <a:rPr sz="3600" spc="-25" dirty="0">
                <a:latin typeface="Calibri"/>
                <a:cs typeface="Calibri"/>
              </a:rPr>
              <a:t>orms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ct val="100000"/>
              </a:lnSpc>
            </a:pPr>
            <a:r>
              <a:rPr dirty="0"/>
              <a:t>2D</a:t>
            </a:r>
            <a:r>
              <a:rPr spc="-5" dirty="0"/>
              <a:t> </a:t>
            </a:r>
            <a:r>
              <a:rPr dirty="0"/>
              <a:t>Rigid</a:t>
            </a:r>
            <a:r>
              <a:rPr spc="10" dirty="0"/>
              <a:t> </a:t>
            </a:r>
            <a:r>
              <a:rPr spc="-5" dirty="0"/>
              <a:t>F</a:t>
            </a:r>
            <a:r>
              <a:rPr spc="-70" dirty="0"/>
              <a:t>r</a:t>
            </a:r>
            <a:r>
              <a:rPr spc="-20" dirty="0"/>
              <a:t>a</a:t>
            </a:r>
            <a:r>
              <a:rPr spc="-25" dirty="0"/>
              <a:t>m</a:t>
            </a:r>
            <a:r>
              <a:rPr spc="-20" dirty="0"/>
              <a:t>e</a:t>
            </a:r>
            <a:r>
              <a:rPr spc="-35" dirty="0"/>
              <a:t> </a:t>
            </a:r>
            <a:r>
              <a:rPr spc="-229" dirty="0"/>
              <a:t>T</a:t>
            </a:r>
            <a:r>
              <a:rPr spc="-80" dirty="0"/>
              <a:t>r</a:t>
            </a:r>
            <a:r>
              <a:rPr dirty="0"/>
              <a:t>a</a:t>
            </a:r>
            <a:r>
              <a:rPr spc="5" dirty="0"/>
              <a:t>n</a:t>
            </a:r>
            <a:r>
              <a:rPr spc="-40" dirty="0"/>
              <a:t>s</a:t>
            </a:r>
            <a:r>
              <a:rPr spc="-70" dirty="0"/>
              <a:t>f</a:t>
            </a:r>
            <a:r>
              <a:rPr spc="-25" dirty="0"/>
              <a:t>or</a:t>
            </a:r>
            <a:r>
              <a:rPr spc="-20" dirty="0"/>
              <a:t>m</a:t>
            </a:r>
            <a:r>
              <a:rPr spc="-30" dirty="0"/>
              <a:t>a</a:t>
            </a:r>
            <a:r>
              <a:rPr dirty="0"/>
              <a:t>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5699"/>
            <a:ext cx="3926840" cy="2037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364490" indent="-342900" algn="just">
              <a:lnSpc>
                <a:spcPct val="801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h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e 2D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ame 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espe</a:t>
            </a:r>
            <a:r>
              <a:rPr sz="2400" spc="-10" dirty="0">
                <a:latin typeface="Calibri"/>
                <a:cs typeface="Calibri"/>
              </a:rPr>
              <a:t>ct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des</a:t>
            </a:r>
            <a:r>
              <a:rPr sz="2400" spc="-1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ribed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</a:t>
            </a:r>
            <a:r>
              <a:rPr sz="2400" spc="-15" dirty="0">
                <a:latin typeface="Calibri"/>
                <a:cs typeface="Calibri"/>
              </a:rPr>
              <a:t>y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ts val="235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25" dirty="0">
                <a:latin typeface="Calibri"/>
                <a:cs typeface="Calibri"/>
              </a:rPr>
              <a:t>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ansl</a:t>
            </a:r>
            <a:r>
              <a:rPr sz="2000" spc="-3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ec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x-none" sz="2000" dirty="0">
                <a:latin typeface="Calibri"/>
                <a:cs typeface="Calibri"/>
              </a:rPr>
              <a:t>𝚫x, 𝚫y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1950" spc="15" baseline="25641" dirty="0">
                <a:latin typeface="Calibri"/>
                <a:cs typeface="Calibri"/>
              </a:rPr>
              <a:t>T</a:t>
            </a:r>
            <a:endParaRPr sz="1950" baseline="25641" dirty="0">
              <a:latin typeface="Calibri"/>
              <a:cs typeface="Calibri"/>
            </a:endParaRPr>
          </a:p>
          <a:p>
            <a:pPr marL="756285" lvl="1" indent="-286385">
              <a:lnSpc>
                <a:spcPts val="2465"/>
              </a:lnSpc>
              <a:buFont typeface="Arial"/>
              <a:buChar char="–"/>
              <a:tabLst>
                <a:tab pos="756920" algn="l"/>
              </a:tabLst>
            </a:pP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spc="-2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angle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100" spc="-1075" dirty="0">
                <a:latin typeface="Symbol"/>
                <a:cs typeface="Symbol"/>
              </a:rPr>
              <a:t>q</a:t>
            </a:r>
            <a:endParaRPr sz="2100" dirty="0">
              <a:latin typeface="Symbol"/>
              <a:cs typeface="Symbol"/>
            </a:endParaRPr>
          </a:p>
          <a:p>
            <a:pPr marL="1155700" marR="5080" lvl="2" indent="-228600">
              <a:lnSpc>
                <a:spcPct val="80000"/>
              </a:lnSpc>
              <a:spcBef>
                <a:spcPts val="425"/>
              </a:spcBef>
              <a:buFont typeface="Arial"/>
              <a:buChar char="•"/>
              <a:tabLst>
                <a:tab pos="1156335" algn="l"/>
              </a:tabLst>
            </a:pPr>
            <a:r>
              <a:rPr sz="1800" spc="-5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 </a:t>
            </a:r>
            <a:r>
              <a:rPr sz="1800" spc="-15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ep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20" dirty="0">
                <a:latin typeface="Calibri"/>
                <a:cs typeface="Calibri"/>
              </a:rPr>
              <a:t>n</a:t>
            </a:r>
            <a:r>
              <a:rPr sz="1800" spc="-4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ed</a:t>
            </a:r>
            <a:r>
              <a:rPr sz="1800" dirty="0">
                <a:latin typeface="Calibri"/>
                <a:cs typeface="Calibri"/>
              </a:rPr>
              <a:t> 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2x2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35253"/>
            <a:ext cx="3308350" cy="641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595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Obje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shap</a:t>
            </a:r>
            <a:r>
              <a:rPr sz="2400" dirty="0">
                <a:latin typeface="Calibri"/>
                <a:cs typeface="Calibri"/>
              </a:rPr>
              <a:t>e and</a:t>
            </a:r>
            <a:r>
              <a:rPr sz="2400" spc="-5" dirty="0">
                <a:latin typeface="Calibri"/>
                <a:cs typeface="Calibri"/>
              </a:rPr>
              <a:t> si</a:t>
            </a:r>
            <a:r>
              <a:rPr sz="2400" spc="-50" dirty="0">
                <a:latin typeface="Calibri"/>
                <a:cs typeface="Calibri"/>
              </a:rPr>
              <a:t>z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 is</a:t>
            </a:r>
          </a:p>
          <a:p>
            <a:pPr marL="355600">
              <a:lnSpc>
                <a:spcPts val="2595"/>
              </a:lnSpc>
            </a:pP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ese</a:t>
            </a:r>
            <a:r>
              <a:rPr sz="2400" spc="25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4959761"/>
            <a:ext cx="3098800" cy="93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Number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20" dirty="0">
                <a:latin typeface="Calibri"/>
                <a:cs typeface="Calibri"/>
              </a:rPr>
              <a:t>deg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15" dirty="0">
                <a:latin typeface="Calibri"/>
                <a:cs typeface="Calibri"/>
              </a:rPr>
              <a:t>f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do</a:t>
            </a:r>
            <a:r>
              <a:rPr sz="2400" dirty="0">
                <a:latin typeface="Calibri"/>
                <a:cs typeface="Calibri"/>
              </a:rPr>
              <a:t>m </a:t>
            </a:r>
            <a:r>
              <a:rPr sz="2400" spc="-55" dirty="0">
                <a:latin typeface="Calibri"/>
                <a:cs typeface="Calibri"/>
              </a:rPr>
              <a:t>f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 a </a:t>
            </a:r>
            <a:r>
              <a:rPr sz="2400" spc="-25" dirty="0">
                <a:latin typeface="Calibri"/>
                <a:cs typeface="Calibri"/>
              </a:rPr>
              <a:t>2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rigid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20" dirty="0">
                <a:latin typeface="Calibri"/>
                <a:cs typeface="Calibri"/>
              </a:rPr>
              <a:t>orm</a:t>
            </a:r>
            <a:r>
              <a:rPr sz="2400" spc="-3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tion?</a:t>
            </a:r>
          </a:p>
        </p:txBody>
      </p:sp>
      <p:sp>
        <p:nvSpPr>
          <p:cNvPr id="6" name="object 6"/>
          <p:cNvSpPr/>
          <p:nvPr/>
        </p:nvSpPr>
        <p:spPr>
          <a:xfrm>
            <a:off x="5829300" y="3136900"/>
            <a:ext cx="76200" cy="1333500"/>
          </a:xfrm>
          <a:custGeom>
            <a:avLst/>
            <a:gdLst/>
            <a:ahLst/>
            <a:cxnLst/>
            <a:rect l="l" t="t" r="r" b="b"/>
            <a:pathLst>
              <a:path w="76200" h="1333500">
                <a:moveTo>
                  <a:pt x="42799" y="63500"/>
                </a:moveTo>
                <a:lnTo>
                  <a:pt x="33274" y="63500"/>
                </a:lnTo>
                <a:lnTo>
                  <a:pt x="33274" y="1333500"/>
                </a:lnTo>
                <a:lnTo>
                  <a:pt x="42799" y="1333500"/>
                </a:lnTo>
                <a:lnTo>
                  <a:pt x="42799" y="63500"/>
                </a:lnTo>
                <a:close/>
              </a:path>
              <a:path w="76200" h="1333500">
                <a:moveTo>
                  <a:pt x="38100" y="0"/>
                </a:moveTo>
                <a:lnTo>
                  <a:pt x="0" y="76200"/>
                </a:lnTo>
                <a:lnTo>
                  <a:pt x="33274" y="76200"/>
                </a:lnTo>
                <a:lnTo>
                  <a:pt x="33274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333500">
                <a:moveTo>
                  <a:pt x="69850" y="63500"/>
                </a:moveTo>
                <a:lnTo>
                  <a:pt x="42799" y="63500"/>
                </a:lnTo>
                <a:lnTo>
                  <a:pt x="42799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67400" y="44323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9802" y="42799"/>
                </a:lnTo>
                <a:lnTo>
                  <a:pt x="1155700" y="42799"/>
                </a:lnTo>
                <a:lnTo>
                  <a:pt x="1155700" y="33274"/>
                </a:lnTo>
                <a:lnTo>
                  <a:pt x="1209548" y="33274"/>
                </a:lnTo>
                <a:lnTo>
                  <a:pt x="1143000" y="0"/>
                </a:lnTo>
                <a:close/>
              </a:path>
              <a:path w="1219200" h="76200">
                <a:moveTo>
                  <a:pt x="11430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1143000" y="42799"/>
                </a:lnTo>
                <a:lnTo>
                  <a:pt x="1143000" y="33274"/>
                </a:lnTo>
                <a:close/>
              </a:path>
              <a:path w="1219200" h="76200">
                <a:moveTo>
                  <a:pt x="1209548" y="33274"/>
                </a:moveTo>
                <a:lnTo>
                  <a:pt x="1155700" y="33274"/>
                </a:lnTo>
                <a:lnTo>
                  <a:pt x="1155700" y="42799"/>
                </a:lnTo>
                <a:lnTo>
                  <a:pt x="1209802" y="42799"/>
                </a:lnTo>
                <a:lnTo>
                  <a:pt x="1219200" y="38100"/>
                </a:lnTo>
                <a:lnTo>
                  <a:pt x="1209548" y="332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3164" y="2873120"/>
            <a:ext cx="613410" cy="1188720"/>
          </a:xfrm>
          <a:custGeom>
            <a:avLst/>
            <a:gdLst/>
            <a:ahLst/>
            <a:cxnLst/>
            <a:rect l="l" t="t" r="r" b="b"/>
            <a:pathLst>
              <a:path w="613409" h="1188720">
                <a:moveTo>
                  <a:pt x="38963" y="65680"/>
                </a:moveTo>
                <a:lnTo>
                  <a:pt x="30573" y="69985"/>
                </a:lnTo>
                <a:lnTo>
                  <a:pt x="604901" y="1188339"/>
                </a:lnTo>
                <a:lnTo>
                  <a:pt x="613409" y="1184020"/>
                </a:lnTo>
                <a:lnTo>
                  <a:pt x="38963" y="65680"/>
                </a:lnTo>
                <a:close/>
              </a:path>
              <a:path w="613409" h="1188720">
                <a:moveTo>
                  <a:pt x="0" y="0"/>
                </a:moveTo>
                <a:lnTo>
                  <a:pt x="888" y="85216"/>
                </a:lnTo>
                <a:lnTo>
                  <a:pt x="30573" y="69985"/>
                </a:lnTo>
                <a:lnTo>
                  <a:pt x="24764" y="58674"/>
                </a:lnTo>
                <a:lnTo>
                  <a:pt x="33146" y="54355"/>
                </a:lnTo>
                <a:lnTo>
                  <a:pt x="61034" y="54355"/>
                </a:lnTo>
                <a:lnTo>
                  <a:pt x="68706" y="50418"/>
                </a:lnTo>
                <a:lnTo>
                  <a:pt x="0" y="0"/>
                </a:lnTo>
                <a:close/>
              </a:path>
              <a:path w="613409" h="1188720">
                <a:moveTo>
                  <a:pt x="33146" y="54355"/>
                </a:moveTo>
                <a:lnTo>
                  <a:pt x="24764" y="58674"/>
                </a:lnTo>
                <a:lnTo>
                  <a:pt x="30573" y="69985"/>
                </a:lnTo>
                <a:lnTo>
                  <a:pt x="38963" y="65680"/>
                </a:lnTo>
                <a:lnTo>
                  <a:pt x="33146" y="54355"/>
                </a:lnTo>
                <a:close/>
              </a:path>
              <a:path w="613409" h="1188720">
                <a:moveTo>
                  <a:pt x="61034" y="54355"/>
                </a:moveTo>
                <a:lnTo>
                  <a:pt x="33146" y="54355"/>
                </a:lnTo>
                <a:lnTo>
                  <a:pt x="38963" y="65680"/>
                </a:lnTo>
                <a:lnTo>
                  <a:pt x="61034" y="54355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80223" y="3502278"/>
            <a:ext cx="1087120" cy="561340"/>
          </a:xfrm>
          <a:custGeom>
            <a:avLst/>
            <a:gdLst/>
            <a:ahLst/>
            <a:cxnLst/>
            <a:rect l="l" t="t" r="r" b="b"/>
            <a:pathLst>
              <a:path w="1087120" h="561339">
                <a:moveTo>
                  <a:pt x="1016727" y="30523"/>
                </a:moveTo>
                <a:lnTo>
                  <a:pt x="0" y="552831"/>
                </a:lnTo>
                <a:lnTo>
                  <a:pt x="4318" y="561213"/>
                </a:lnTo>
                <a:lnTo>
                  <a:pt x="1021109" y="39063"/>
                </a:lnTo>
                <a:lnTo>
                  <a:pt x="1016727" y="30523"/>
                </a:lnTo>
                <a:close/>
              </a:path>
              <a:path w="1087120" h="561339">
                <a:moveTo>
                  <a:pt x="1068484" y="24765"/>
                </a:moveTo>
                <a:lnTo>
                  <a:pt x="1027937" y="24765"/>
                </a:lnTo>
                <a:lnTo>
                  <a:pt x="1032382" y="33274"/>
                </a:lnTo>
                <a:lnTo>
                  <a:pt x="1021109" y="39063"/>
                </a:lnTo>
                <a:lnTo>
                  <a:pt x="1036320" y="68707"/>
                </a:lnTo>
                <a:lnTo>
                  <a:pt x="1068484" y="24765"/>
                </a:lnTo>
                <a:close/>
              </a:path>
              <a:path w="1087120" h="561339">
                <a:moveTo>
                  <a:pt x="1027937" y="24765"/>
                </a:moveTo>
                <a:lnTo>
                  <a:pt x="1016727" y="30523"/>
                </a:lnTo>
                <a:lnTo>
                  <a:pt x="1021109" y="39063"/>
                </a:lnTo>
                <a:lnTo>
                  <a:pt x="1032382" y="33274"/>
                </a:lnTo>
                <a:lnTo>
                  <a:pt x="1027937" y="24765"/>
                </a:lnTo>
                <a:close/>
              </a:path>
              <a:path w="1087120" h="561339">
                <a:moveTo>
                  <a:pt x="1086611" y="0"/>
                </a:moveTo>
                <a:lnTo>
                  <a:pt x="1001522" y="888"/>
                </a:lnTo>
                <a:lnTo>
                  <a:pt x="1016727" y="30523"/>
                </a:lnTo>
                <a:lnTo>
                  <a:pt x="1027937" y="24765"/>
                </a:lnTo>
                <a:lnTo>
                  <a:pt x="1068484" y="24765"/>
                </a:lnTo>
                <a:lnTo>
                  <a:pt x="1086611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66257" y="4063365"/>
            <a:ext cx="1524000" cy="412115"/>
          </a:xfrm>
          <a:custGeom>
            <a:avLst/>
            <a:gdLst/>
            <a:ahLst/>
            <a:cxnLst/>
            <a:rect l="l" t="t" r="r" b="b"/>
            <a:pathLst>
              <a:path w="1524000" h="412114">
                <a:moveTo>
                  <a:pt x="1448536" y="32363"/>
                </a:moveTo>
                <a:lnTo>
                  <a:pt x="0" y="402463"/>
                </a:lnTo>
                <a:lnTo>
                  <a:pt x="2285" y="411607"/>
                </a:lnTo>
                <a:lnTo>
                  <a:pt x="1450889" y="41616"/>
                </a:lnTo>
                <a:lnTo>
                  <a:pt x="1448536" y="32363"/>
                </a:lnTo>
                <a:close/>
              </a:path>
              <a:path w="1524000" h="412114">
                <a:moveTo>
                  <a:pt x="1510614" y="29210"/>
                </a:moveTo>
                <a:lnTo>
                  <a:pt x="1460881" y="29210"/>
                </a:lnTo>
                <a:lnTo>
                  <a:pt x="1463166" y="38481"/>
                </a:lnTo>
                <a:lnTo>
                  <a:pt x="1450889" y="41616"/>
                </a:lnTo>
                <a:lnTo>
                  <a:pt x="1459102" y="73914"/>
                </a:lnTo>
                <a:lnTo>
                  <a:pt x="1510614" y="29210"/>
                </a:lnTo>
                <a:close/>
              </a:path>
              <a:path w="1524000" h="412114">
                <a:moveTo>
                  <a:pt x="1460881" y="29210"/>
                </a:moveTo>
                <a:lnTo>
                  <a:pt x="1448536" y="32363"/>
                </a:lnTo>
                <a:lnTo>
                  <a:pt x="1450889" y="41616"/>
                </a:lnTo>
                <a:lnTo>
                  <a:pt x="1463166" y="38481"/>
                </a:lnTo>
                <a:lnTo>
                  <a:pt x="1460881" y="29210"/>
                </a:lnTo>
                <a:close/>
              </a:path>
              <a:path w="1524000" h="412114">
                <a:moveTo>
                  <a:pt x="1440307" y="0"/>
                </a:moveTo>
                <a:lnTo>
                  <a:pt x="1448536" y="32363"/>
                </a:lnTo>
                <a:lnTo>
                  <a:pt x="1460881" y="29210"/>
                </a:lnTo>
                <a:lnTo>
                  <a:pt x="1510614" y="29210"/>
                </a:lnTo>
                <a:lnTo>
                  <a:pt x="1523491" y="18034"/>
                </a:lnTo>
                <a:lnTo>
                  <a:pt x="14403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28307" y="3930396"/>
            <a:ext cx="1047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66331" y="4546346"/>
            <a:ext cx="1244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8705" y="3028442"/>
            <a:ext cx="1289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14435" y="3671570"/>
            <a:ext cx="1943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45" dirty="0">
                <a:solidFill>
                  <a:srgbClr val="00FF00"/>
                </a:solidFill>
                <a:latin typeface="Calibri"/>
                <a:cs typeface="Calibri"/>
              </a:rPr>
              <a:t>x’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7232" y="2690114"/>
            <a:ext cx="2019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60" dirty="0">
                <a:solidFill>
                  <a:srgbClr val="00FF00"/>
                </a:solidFill>
                <a:latin typeface="Calibri"/>
                <a:cs typeface="Calibri"/>
              </a:rPr>
              <a:t>y’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74685" y="3848100"/>
            <a:ext cx="71120" cy="233679"/>
          </a:xfrm>
          <a:custGeom>
            <a:avLst/>
            <a:gdLst/>
            <a:ahLst/>
            <a:cxnLst/>
            <a:rect l="l" t="t" r="r" b="b"/>
            <a:pathLst>
              <a:path w="71120" h="233679">
                <a:moveTo>
                  <a:pt x="39368" y="68960"/>
                </a:moveTo>
                <a:lnTo>
                  <a:pt x="30577" y="72533"/>
                </a:lnTo>
                <a:lnTo>
                  <a:pt x="35306" y="85470"/>
                </a:lnTo>
                <a:lnTo>
                  <a:pt x="42799" y="114173"/>
                </a:lnTo>
                <a:lnTo>
                  <a:pt x="48768" y="143510"/>
                </a:lnTo>
                <a:lnTo>
                  <a:pt x="52959" y="173227"/>
                </a:lnTo>
                <a:lnTo>
                  <a:pt x="55625" y="203326"/>
                </a:lnTo>
                <a:lnTo>
                  <a:pt x="56515" y="233552"/>
                </a:lnTo>
                <a:lnTo>
                  <a:pt x="66040" y="233172"/>
                </a:lnTo>
                <a:lnTo>
                  <a:pt x="62484" y="171957"/>
                </a:lnTo>
                <a:lnTo>
                  <a:pt x="52070" y="111760"/>
                </a:lnTo>
                <a:lnTo>
                  <a:pt x="44196" y="82168"/>
                </a:lnTo>
                <a:lnTo>
                  <a:pt x="39368" y="68960"/>
                </a:lnTo>
                <a:close/>
              </a:path>
              <a:path w="71120" h="233679">
                <a:moveTo>
                  <a:pt x="6604" y="0"/>
                </a:moveTo>
                <a:lnTo>
                  <a:pt x="0" y="84962"/>
                </a:lnTo>
                <a:lnTo>
                  <a:pt x="30577" y="72533"/>
                </a:lnTo>
                <a:lnTo>
                  <a:pt x="26162" y="60451"/>
                </a:lnTo>
                <a:lnTo>
                  <a:pt x="35052" y="57150"/>
                </a:lnTo>
                <a:lnTo>
                  <a:pt x="68424" y="57150"/>
                </a:lnTo>
                <a:lnTo>
                  <a:pt x="70612" y="56261"/>
                </a:lnTo>
                <a:lnTo>
                  <a:pt x="6604" y="0"/>
                </a:lnTo>
                <a:close/>
              </a:path>
              <a:path w="71120" h="233679">
                <a:moveTo>
                  <a:pt x="35052" y="57150"/>
                </a:moveTo>
                <a:lnTo>
                  <a:pt x="26162" y="60451"/>
                </a:lnTo>
                <a:lnTo>
                  <a:pt x="30577" y="72533"/>
                </a:lnTo>
                <a:lnTo>
                  <a:pt x="39368" y="68960"/>
                </a:lnTo>
                <a:lnTo>
                  <a:pt x="35052" y="57150"/>
                </a:lnTo>
                <a:close/>
              </a:path>
              <a:path w="71120" h="233679">
                <a:moveTo>
                  <a:pt x="68424" y="57150"/>
                </a:moveTo>
                <a:lnTo>
                  <a:pt x="35052" y="57150"/>
                </a:lnTo>
                <a:lnTo>
                  <a:pt x="39368" y="68960"/>
                </a:lnTo>
                <a:lnTo>
                  <a:pt x="68424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89876" y="4081398"/>
            <a:ext cx="1143000" cy="635"/>
          </a:xfrm>
          <a:custGeom>
            <a:avLst/>
            <a:gdLst/>
            <a:ahLst/>
            <a:cxnLst/>
            <a:rect l="l" t="t" r="r" b="b"/>
            <a:pathLst>
              <a:path w="1143000" h="635">
                <a:moveTo>
                  <a:pt x="0" y="0"/>
                </a:moveTo>
                <a:lnTo>
                  <a:pt x="1143000" y="126"/>
                </a:lnTo>
              </a:path>
            </a:pathLst>
          </a:custGeom>
          <a:ln w="9525">
            <a:solidFill>
              <a:srgbClr val="00FF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73059" y="3815186"/>
            <a:ext cx="1447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865" dirty="0">
                <a:latin typeface="Symbol"/>
                <a:cs typeface="Symbol"/>
              </a:rPr>
              <a:t>q</a:t>
            </a:r>
            <a:endParaRPr sz="1800">
              <a:latin typeface="Symbol"/>
              <a:cs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1189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o</a:t>
            </a:r>
            <a:r>
              <a:rPr spc="-55" dirty="0"/>
              <a:t>t</a:t>
            </a:r>
            <a:r>
              <a:rPr spc="-30" dirty="0"/>
              <a:t>a</a:t>
            </a:r>
            <a:r>
              <a:rPr dirty="0"/>
              <a:t>tions</a:t>
            </a:r>
            <a:r>
              <a:rPr spc="-5" dirty="0"/>
              <a:t> </a:t>
            </a:r>
            <a:r>
              <a:rPr dirty="0"/>
              <a:t>in</a:t>
            </a:r>
            <a:r>
              <a:rPr spc="5" dirty="0"/>
              <a:t> </a:t>
            </a:r>
            <a:r>
              <a:rPr dirty="0"/>
              <a:t>2D</a:t>
            </a:r>
          </a:p>
        </p:txBody>
      </p:sp>
      <p:sp>
        <p:nvSpPr>
          <p:cNvPr id="3" name="object 3"/>
          <p:cNvSpPr/>
          <p:nvPr/>
        </p:nvSpPr>
        <p:spPr>
          <a:xfrm>
            <a:off x="1816100" y="2147823"/>
            <a:ext cx="76200" cy="3200400"/>
          </a:xfrm>
          <a:custGeom>
            <a:avLst/>
            <a:gdLst/>
            <a:ahLst/>
            <a:cxnLst/>
            <a:rect l="l" t="t" r="r" b="b"/>
            <a:pathLst>
              <a:path w="76200" h="3200400">
                <a:moveTo>
                  <a:pt x="42925" y="63500"/>
                </a:moveTo>
                <a:lnTo>
                  <a:pt x="33400" y="63500"/>
                </a:lnTo>
                <a:lnTo>
                  <a:pt x="33274" y="3200400"/>
                </a:lnTo>
                <a:lnTo>
                  <a:pt x="42799" y="3200400"/>
                </a:lnTo>
                <a:lnTo>
                  <a:pt x="42925" y="63500"/>
                </a:lnTo>
                <a:close/>
              </a:path>
              <a:path w="76200" h="3200400">
                <a:moveTo>
                  <a:pt x="38100" y="0"/>
                </a:moveTo>
                <a:lnTo>
                  <a:pt x="0" y="76200"/>
                </a:lnTo>
                <a:lnTo>
                  <a:pt x="33400" y="76200"/>
                </a:lnTo>
                <a:lnTo>
                  <a:pt x="33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200400">
                <a:moveTo>
                  <a:pt x="69850" y="63500"/>
                </a:moveTo>
                <a:lnTo>
                  <a:pt x="42925" y="63500"/>
                </a:lnTo>
                <a:lnTo>
                  <a:pt x="429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54200" y="5310123"/>
            <a:ext cx="3352800" cy="76200"/>
          </a:xfrm>
          <a:custGeom>
            <a:avLst/>
            <a:gdLst/>
            <a:ahLst/>
            <a:cxnLst/>
            <a:rect l="l" t="t" r="r" b="b"/>
            <a:pathLst>
              <a:path w="3352800" h="76200">
                <a:moveTo>
                  <a:pt x="3276600" y="0"/>
                </a:moveTo>
                <a:lnTo>
                  <a:pt x="3276600" y="76200"/>
                </a:lnTo>
                <a:lnTo>
                  <a:pt x="3343148" y="42925"/>
                </a:lnTo>
                <a:lnTo>
                  <a:pt x="3289300" y="42925"/>
                </a:lnTo>
                <a:lnTo>
                  <a:pt x="3289300" y="33400"/>
                </a:lnTo>
                <a:lnTo>
                  <a:pt x="3343402" y="33400"/>
                </a:lnTo>
                <a:lnTo>
                  <a:pt x="3276600" y="0"/>
                </a:lnTo>
                <a:close/>
              </a:path>
              <a:path w="3352800" h="76200">
                <a:moveTo>
                  <a:pt x="3276600" y="33400"/>
                </a:moveTo>
                <a:lnTo>
                  <a:pt x="0" y="33400"/>
                </a:lnTo>
                <a:lnTo>
                  <a:pt x="0" y="42925"/>
                </a:lnTo>
                <a:lnTo>
                  <a:pt x="3276600" y="42925"/>
                </a:lnTo>
                <a:lnTo>
                  <a:pt x="3276600" y="33400"/>
                </a:lnTo>
                <a:close/>
              </a:path>
              <a:path w="3352800" h="76200">
                <a:moveTo>
                  <a:pt x="3343402" y="33400"/>
                </a:moveTo>
                <a:lnTo>
                  <a:pt x="3289300" y="33400"/>
                </a:lnTo>
                <a:lnTo>
                  <a:pt x="3289300" y="42925"/>
                </a:lnTo>
                <a:lnTo>
                  <a:pt x="3343148" y="42925"/>
                </a:lnTo>
                <a:lnTo>
                  <a:pt x="3352800" y="38100"/>
                </a:lnTo>
                <a:lnTo>
                  <a:pt x="3343402" y="33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802" y="4344415"/>
            <a:ext cx="3126105" cy="1008380"/>
          </a:xfrm>
          <a:custGeom>
            <a:avLst/>
            <a:gdLst/>
            <a:ahLst/>
            <a:cxnLst/>
            <a:rect l="l" t="t" r="r" b="b"/>
            <a:pathLst>
              <a:path w="3126104" h="1008379">
                <a:moveTo>
                  <a:pt x="3051508" y="31780"/>
                </a:moveTo>
                <a:lnTo>
                  <a:pt x="0" y="999362"/>
                </a:lnTo>
                <a:lnTo>
                  <a:pt x="2794" y="1008379"/>
                </a:lnTo>
                <a:lnTo>
                  <a:pt x="3054381" y="40812"/>
                </a:lnTo>
                <a:lnTo>
                  <a:pt x="3051508" y="31780"/>
                </a:lnTo>
                <a:close/>
              </a:path>
              <a:path w="3126104" h="1008379">
                <a:moveTo>
                  <a:pt x="3110455" y="27939"/>
                </a:moveTo>
                <a:lnTo>
                  <a:pt x="3063621" y="27939"/>
                </a:lnTo>
                <a:lnTo>
                  <a:pt x="3066542" y="36956"/>
                </a:lnTo>
                <a:lnTo>
                  <a:pt x="3054381" y="40812"/>
                </a:lnTo>
                <a:lnTo>
                  <a:pt x="3064510" y="72643"/>
                </a:lnTo>
                <a:lnTo>
                  <a:pt x="3110455" y="27939"/>
                </a:lnTo>
                <a:close/>
              </a:path>
              <a:path w="3126104" h="1008379">
                <a:moveTo>
                  <a:pt x="3063621" y="27939"/>
                </a:moveTo>
                <a:lnTo>
                  <a:pt x="3051508" y="31780"/>
                </a:lnTo>
                <a:lnTo>
                  <a:pt x="3054381" y="40812"/>
                </a:lnTo>
                <a:lnTo>
                  <a:pt x="3066542" y="36956"/>
                </a:lnTo>
                <a:lnTo>
                  <a:pt x="3063621" y="27939"/>
                </a:lnTo>
                <a:close/>
              </a:path>
              <a:path w="3126104" h="1008379">
                <a:moveTo>
                  <a:pt x="3041396" y="0"/>
                </a:moveTo>
                <a:lnTo>
                  <a:pt x="3051508" y="31780"/>
                </a:lnTo>
                <a:lnTo>
                  <a:pt x="3063621" y="27939"/>
                </a:lnTo>
                <a:lnTo>
                  <a:pt x="3110455" y="27939"/>
                </a:lnTo>
                <a:lnTo>
                  <a:pt x="3125597" y="13207"/>
                </a:lnTo>
                <a:lnTo>
                  <a:pt x="3041396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9464" y="2300223"/>
            <a:ext cx="859790" cy="3049270"/>
          </a:xfrm>
          <a:custGeom>
            <a:avLst/>
            <a:gdLst/>
            <a:ahLst/>
            <a:cxnLst/>
            <a:rect l="l" t="t" r="r" b="b"/>
            <a:pathLst>
              <a:path w="859789" h="3049270">
                <a:moveTo>
                  <a:pt x="41314" y="72268"/>
                </a:moveTo>
                <a:lnTo>
                  <a:pt x="32164" y="74798"/>
                </a:lnTo>
                <a:lnTo>
                  <a:pt x="850163" y="3049270"/>
                </a:lnTo>
                <a:lnTo>
                  <a:pt x="859307" y="3046857"/>
                </a:lnTo>
                <a:lnTo>
                  <a:pt x="41314" y="72268"/>
                </a:lnTo>
                <a:close/>
              </a:path>
              <a:path w="859789" h="3049270">
                <a:moveTo>
                  <a:pt x="16535" y="0"/>
                </a:moveTo>
                <a:lnTo>
                  <a:pt x="0" y="83692"/>
                </a:lnTo>
                <a:lnTo>
                  <a:pt x="32164" y="74798"/>
                </a:lnTo>
                <a:lnTo>
                  <a:pt x="28778" y="62484"/>
                </a:lnTo>
                <a:lnTo>
                  <a:pt x="37960" y="60071"/>
                </a:lnTo>
                <a:lnTo>
                  <a:pt x="70515" y="60071"/>
                </a:lnTo>
                <a:lnTo>
                  <a:pt x="16535" y="0"/>
                </a:lnTo>
                <a:close/>
              </a:path>
              <a:path w="859789" h="3049270">
                <a:moveTo>
                  <a:pt x="37960" y="60071"/>
                </a:moveTo>
                <a:lnTo>
                  <a:pt x="28778" y="62484"/>
                </a:lnTo>
                <a:lnTo>
                  <a:pt x="32164" y="74798"/>
                </a:lnTo>
                <a:lnTo>
                  <a:pt x="41314" y="72268"/>
                </a:lnTo>
                <a:lnTo>
                  <a:pt x="37960" y="60071"/>
                </a:lnTo>
                <a:close/>
              </a:path>
              <a:path w="859789" h="3049270">
                <a:moveTo>
                  <a:pt x="70515" y="60071"/>
                </a:moveTo>
                <a:lnTo>
                  <a:pt x="37960" y="60071"/>
                </a:lnTo>
                <a:lnTo>
                  <a:pt x="41314" y="72268"/>
                </a:lnTo>
                <a:lnTo>
                  <a:pt x="73482" y="63373"/>
                </a:lnTo>
                <a:lnTo>
                  <a:pt x="70515" y="60071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6266" y="5095875"/>
            <a:ext cx="73660" cy="252729"/>
          </a:xfrm>
          <a:custGeom>
            <a:avLst/>
            <a:gdLst/>
            <a:ahLst/>
            <a:cxnLst/>
            <a:rect l="l" t="t" r="r" b="b"/>
            <a:pathLst>
              <a:path w="73660" h="252729">
                <a:moveTo>
                  <a:pt x="41121" y="72591"/>
                </a:moveTo>
                <a:lnTo>
                  <a:pt x="31867" y="75032"/>
                </a:lnTo>
                <a:lnTo>
                  <a:pt x="36321" y="94233"/>
                </a:lnTo>
                <a:lnTo>
                  <a:pt x="41782" y="125602"/>
                </a:lnTo>
                <a:lnTo>
                  <a:pt x="45973" y="157099"/>
                </a:lnTo>
                <a:lnTo>
                  <a:pt x="48894" y="188722"/>
                </a:lnTo>
                <a:lnTo>
                  <a:pt x="50800" y="220599"/>
                </a:lnTo>
                <a:lnTo>
                  <a:pt x="51434" y="252475"/>
                </a:lnTo>
                <a:lnTo>
                  <a:pt x="60959" y="252349"/>
                </a:lnTo>
                <a:lnTo>
                  <a:pt x="58419" y="187833"/>
                </a:lnTo>
                <a:lnTo>
                  <a:pt x="51181" y="123951"/>
                </a:lnTo>
                <a:lnTo>
                  <a:pt x="45719" y="92075"/>
                </a:lnTo>
                <a:lnTo>
                  <a:pt x="41121" y="72591"/>
                </a:lnTo>
                <a:close/>
              </a:path>
              <a:path w="73660" h="252729">
                <a:moveTo>
                  <a:pt x="17525" y="0"/>
                </a:moveTo>
                <a:lnTo>
                  <a:pt x="0" y="83438"/>
                </a:lnTo>
                <a:lnTo>
                  <a:pt x="31867" y="75032"/>
                </a:lnTo>
                <a:lnTo>
                  <a:pt x="28956" y="62483"/>
                </a:lnTo>
                <a:lnTo>
                  <a:pt x="38226" y="60325"/>
                </a:lnTo>
                <a:lnTo>
                  <a:pt x="70430" y="60325"/>
                </a:lnTo>
                <a:lnTo>
                  <a:pt x="17525" y="0"/>
                </a:lnTo>
                <a:close/>
              </a:path>
              <a:path w="73660" h="252729">
                <a:moveTo>
                  <a:pt x="38226" y="60325"/>
                </a:moveTo>
                <a:lnTo>
                  <a:pt x="28956" y="62483"/>
                </a:lnTo>
                <a:lnTo>
                  <a:pt x="31867" y="75032"/>
                </a:lnTo>
                <a:lnTo>
                  <a:pt x="41121" y="72591"/>
                </a:lnTo>
                <a:lnTo>
                  <a:pt x="38226" y="60325"/>
                </a:lnTo>
                <a:close/>
              </a:path>
              <a:path w="73660" h="252729">
                <a:moveTo>
                  <a:pt x="70430" y="60325"/>
                </a:moveTo>
                <a:lnTo>
                  <a:pt x="38226" y="60325"/>
                </a:lnTo>
                <a:lnTo>
                  <a:pt x="41121" y="72591"/>
                </a:lnTo>
                <a:lnTo>
                  <a:pt x="73659" y="64007"/>
                </a:lnTo>
                <a:lnTo>
                  <a:pt x="70430" y="60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1309669"/>
            <a:ext cx="6254750" cy="1168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30" dirty="0">
                <a:latin typeface="Calibri"/>
                <a:cs typeface="Calibri"/>
              </a:rPr>
              <a:t>e</a:t>
            </a:r>
            <a:r>
              <a:rPr sz="2800" spc="75" dirty="0">
                <a:latin typeface="Calibri"/>
                <a:cs typeface="Calibri"/>
              </a:rPr>
              <a:t>t</a:t>
            </a:r>
            <a:r>
              <a:rPr sz="2800" spc="-185" dirty="0">
                <a:latin typeface="Calibri"/>
                <a:cs typeface="Calibri"/>
              </a:rPr>
              <a:t>’</a:t>
            </a:r>
            <a:r>
              <a:rPr sz="2800" spc="-1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der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45" dirty="0">
                <a:latin typeface="Calibri"/>
                <a:cs typeface="Calibri"/>
              </a:rPr>
              <a:t>v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75" dirty="0">
                <a:latin typeface="Calibri"/>
                <a:cs typeface="Calibri"/>
              </a:rPr>
              <a:t>f</a:t>
            </a:r>
            <a:r>
              <a:rPr sz="2800" spc="-20" dirty="0">
                <a:latin typeface="Calibri"/>
                <a:cs typeface="Calibri"/>
              </a:rPr>
              <a:t>ormu</a:t>
            </a:r>
            <a:r>
              <a:rPr sz="2800" spc="-25" dirty="0">
                <a:latin typeface="Calibri"/>
                <a:cs typeface="Calibri"/>
              </a:rPr>
              <a:t>l</a:t>
            </a:r>
            <a:r>
              <a:rPr sz="2800" spc="-1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75" dirty="0">
                <a:latin typeface="Calibri"/>
                <a:cs typeface="Calibri"/>
              </a:rPr>
              <a:t>f</a:t>
            </a:r>
            <a:r>
              <a:rPr sz="2800" spc="-15" dirty="0">
                <a:latin typeface="Calibri"/>
                <a:cs typeface="Calibri"/>
              </a:rPr>
              <a:t>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15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35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tion</a:t>
            </a:r>
            <a:endParaRPr sz="2800">
              <a:latin typeface="Calibri"/>
              <a:cs typeface="Calibri"/>
            </a:endParaRPr>
          </a:p>
          <a:p>
            <a:pPr marL="1409700">
              <a:lnSpc>
                <a:spcPts val="1925"/>
              </a:lnSpc>
              <a:spcBef>
                <a:spcPts val="233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  <a:p>
            <a:pPr marL="234950">
              <a:lnSpc>
                <a:spcPts val="1925"/>
              </a:lnSpc>
            </a:pPr>
            <a:r>
              <a:rPr sz="1800" spc="60" dirty="0">
                <a:solidFill>
                  <a:srgbClr val="00FF00"/>
                </a:solidFill>
                <a:latin typeface="Calibri"/>
                <a:cs typeface="Calibri"/>
              </a:rPr>
              <a:t>y’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2470" y="4249420"/>
            <a:ext cx="2620645" cy="135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343150">
              <a:lnSpc>
                <a:spcPct val="100000"/>
              </a:lnSpc>
            </a:pPr>
            <a:r>
              <a:rPr sz="1800" spc="45" dirty="0">
                <a:solidFill>
                  <a:srgbClr val="00FF00"/>
                </a:solidFill>
                <a:latin typeface="Calibri"/>
                <a:cs typeface="Calibri"/>
              </a:rPr>
              <a:t>x’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2075"/>
              </a:lnSpc>
            </a:pPr>
            <a:r>
              <a:rPr sz="1800" spc="-865" dirty="0">
                <a:latin typeface="Symbol"/>
                <a:cs typeface="Symbol"/>
              </a:rPr>
              <a:t>q</a:t>
            </a:r>
            <a:endParaRPr sz="1800">
              <a:latin typeface="Symbol"/>
              <a:cs typeface="Symbol"/>
            </a:endParaRPr>
          </a:p>
          <a:p>
            <a:pPr marR="5080" algn="r">
              <a:lnSpc>
                <a:spcPts val="2075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 descr="03-2Dto2DcoordinateTransforms_Part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76200" y="6553200"/>
            <a:ext cx="54864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8382000" y="6248400"/>
            <a:ext cx="304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8B6FD8-1C81-A444-B3AF-7073AC5E2BF1}"/>
                  </a:ext>
                </a:extLst>
              </p14:cNvPr>
              <p14:cNvContentPartPr/>
              <p14:nvPr/>
            </p14:nvContentPartPr>
            <p14:xfrm>
              <a:off x="2366280" y="2683800"/>
              <a:ext cx="6140160" cy="353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8B6FD8-1C81-A444-B3AF-7073AC5E2B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4320" y="2667600"/>
                <a:ext cx="6177960" cy="357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0760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1189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o</a:t>
            </a:r>
            <a:r>
              <a:rPr spc="-55" dirty="0"/>
              <a:t>t</a:t>
            </a:r>
            <a:r>
              <a:rPr spc="-30" dirty="0"/>
              <a:t>a</a:t>
            </a:r>
            <a:r>
              <a:rPr dirty="0"/>
              <a:t>tions</a:t>
            </a:r>
            <a:r>
              <a:rPr spc="-5" dirty="0"/>
              <a:t> </a:t>
            </a:r>
            <a:r>
              <a:rPr dirty="0"/>
              <a:t>in</a:t>
            </a:r>
            <a:r>
              <a:rPr spc="5" dirty="0"/>
              <a:t> </a:t>
            </a:r>
            <a:r>
              <a:rPr dirty="0"/>
              <a:t>2D</a:t>
            </a:r>
          </a:p>
        </p:txBody>
      </p:sp>
      <p:sp>
        <p:nvSpPr>
          <p:cNvPr id="3" name="object 3"/>
          <p:cNvSpPr/>
          <p:nvPr/>
        </p:nvSpPr>
        <p:spPr>
          <a:xfrm>
            <a:off x="1816100" y="1828800"/>
            <a:ext cx="76200" cy="3200400"/>
          </a:xfrm>
          <a:custGeom>
            <a:avLst/>
            <a:gdLst/>
            <a:ahLst/>
            <a:cxnLst/>
            <a:rect l="l" t="t" r="r" b="b"/>
            <a:pathLst>
              <a:path w="76200" h="3200400">
                <a:moveTo>
                  <a:pt x="42925" y="63500"/>
                </a:moveTo>
                <a:lnTo>
                  <a:pt x="33400" y="63500"/>
                </a:lnTo>
                <a:lnTo>
                  <a:pt x="33274" y="3200400"/>
                </a:lnTo>
                <a:lnTo>
                  <a:pt x="42799" y="3200400"/>
                </a:lnTo>
                <a:lnTo>
                  <a:pt x="42925" y="63500"/>
                </a:lnTo>
                <a:close/>
              </a:path>
              <a:path w="76200" h="3200400">
                <a:moveTo>
                  <a:pt x="38100" y="0"/>
                </a:moveTo>
                <a:lnTo>
                  <a:pt x="0" y="76200"/>
                </a:lnTo>
                <a:lnTo>
                  <a:pt x="33400" y="76200"/>
                </a:lnTo>
                <a:lnTo>
                  <a:pt x="33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200400">
                <a:moveTo>
                  <a:pt x="69850" y="63500"/>
                </a:moveTo>
                <a:lnTo>
                  <a:pt x="42925" y="63500"/>
                </a:lnTo>
                <a:lnTo>
                  <a:pt x="429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54200" y="4991100"/>
            <a:ext cx="3352800" cy="76200"/>
          </a:xfrm>
          <a:custGeom>
            <a:avLst/>
            <a:gdLst/>
            <a:ahLst/>
            <a:cxnLst/>
            <a:rect l="l" t="t" r="r" b="b"/>
            <a:pathLst>
              <a:path w="3352800" h="76200">
                <a:moveTo>
                  <a:pt x="3276600" y="0"/>
                </a:moveTo>
                <a:lnTo>
                  <a:pt x="3276600" y="76200"/>
                </a:lnTo>
                <a:lnTo>
                  <a:pt x="3343402" y="42799"/>
                </a:lnTo>
                <a:lnTo>
                  <a:pt x="3289300" y="42799"/>
                </a:lnTo>
                <a:lnTo>
                  <a:pt x="3289300" y="33274"/>
                </a:lnTo>
                <a:lnTo>
                  <a:pt x="3343148" y="33274"/>
                </a:lnTo>
                <a:lnTo>
                  <a:pt x="3276600" y="0"/>
                </a:lnTo>
                <a:close/>
              </a:path>
              <a:path w="3352800" h="76200">
                <a:moveTo>
                  <a:pt x="32766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276600" y="42799"/>
                </a:lnTo>
                <a:lnTo>
                  <a:pt x="3276600" y="33274"/>
                </a:lnTo>
                <a:close/>
              </a:path>
              <a:path w="3352800" h="76200">
                <a:moveTo>
                  <a:pt x="3343148" y="33274"/>
                </a:moveTo>
                <a:lnTo>
                  <a:pt x="3289300" y="33274"/>
                </a:lnTo>
                <a:lnTo>
                  <a:pt x="3289300" y="42799"/>
                </a:lnTo>
                <a:lnTo>
                  <a:pt x="3343402" y="42799"/>
                </a:lnTo>
                <a:lnTo>
                  <a:pt x="3352800" y="38100"/>
                </a:lnTo>
                <a:lnTo>
                  <a:pt x="3343148" y="332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802" y="4025265"/>
            <a:ext cx="3126105" cy="1009015"/>
          </a:xfrm>
          <a:custGeom>
            <a:avLst/>
            <a:gdLst/>
            <a:ahLst/>
            <a:cxnLst/>
            <a:rect l="l" t="t" r="r" b="b"/>
            <a:pathLst>
              <a:path w="3126104" h="1009014">
                <a:moveTo>
                  <a:pt x="3051508" y="31780"/>
                </a:moveTo>
                <a:lnTo>
                  <a:pt x="0" y="999363"/>
                </a:lnTo>
                <a:lnTo>
                  <a:pt x="2794" y="1008507"/>
                </a:lnTo>
                <a:lnTo>
                  <a:pt x="3054418" y="40927"/>
                </a:lnTo>
                <a:lnTo>
                  <a:pt x="3051508" y="31780"/>
                </a:lnTo>
                <a:close/>
              </a:path>
              <a:path w="3126104" h="1009014">
                <a:moveTo>
                  <a:pt x="3110554" y="27940"/>
                </a:moveTo>
                <a:lnTo>
                  <a:pt x="3063621" y="27940"/>
                </a:lnTo>
                <a:lnTo>
                  <a:pt x="3066542" y="37084"/>
                </a:lnTo>
                <a:lnTo>
                  <a:pt x="3054418" y="40927"/>
                </a:lnTo>
                <a:lnTo>
                  <a:pt x="3064510" y="72643"/>
                </a:lnTo>
                <a:lnTo>
                  <a:pt x="3110554" y="27940"/>
                </a:lnTo>
                <a:close/>
              </a:path>
              <a:path w="3126104" h="1009014">
                <a:moveTo>
                  <a:pt x="3063621" y="27940"/>
                </a:moveTo>
                <a:lnTo>
                  <a:pt x="3051508" y="31780"/>
                </a:lnTo>
                <a:lnTo>
                  <a:pt x="3054418" y="40927"/>
                </a:lnTo>
                <a:lnTo>
                  <a:pt x="3066542" y="37084"/>
                </a:lnTo>
                <a:lnTo>
                  <a:pt x="3063621" y="27940"/>
                </a:lnTo>
                <a:close/>
              </a:path>
              <a:path w="3126104" h="1009014">
                <a:moveTo>
                  <a:pt x="3041396" y="0"/>
                </a:moveTo>
                <a:lnTo>
                  <a:pt x="3051508" y="31780"/>
                </a:lnTo>
                <a:lnTo>
                  <a:pt x="3063621" y="27940"/>
                </a:lnTo>
                <a:lnTo>
                  <a:pt x="3110554" y="27940"/>
                </a:lnTo>
                <a:lnTo>
                  <a:pt x="3125597" y="13335"/>
                </a:lnTo>
                <a:lnTo>
                  <a:pt x="3041396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9464" y="1981200"/>
            <a:ext cx="859790" cy="3049270"/>
          </a:xfrm>
          <a:custGeom>
            <a:avLst/>
            <a:gdLst/>
            <a:ahLst/>
            <a:cxnLst/>
            <a:rect l="l" t="t" r="r" b="b"/>
            <a:pathLst>
              <a:path w="859789" h="3049270">
                <a:moveTo>
                  <a:pt x="41332" y="72207"/>
                </a:moveTo>
                <a:lnTo>
                  <a:pt x="32146" y="74732"/>
                </a:lnTo>
                <a:lnTo>
                  <a:pt x="850163" y="3049270"/>
                </a:lnTo>
                <a:lnTo>
                  <a:pt x="859307" y="3046730"/>
                </a:lnTo>
                <a:lnTo>
                  <a:pt x="41332" y="72207"/>
                </a:lnTo>
                <a:close/>
              </a:path>
              <a:path w="859789" h="3049270">
                <a:moveTo>
                  <a:pt x="16535" y="0"/>
                </a:moveTo>
                <a:lnTo>
                  <a:pt x="0" y="83565"/>
                </a:lnTo>
                <a:lnTo>
                  <a:pt x="32146" y="74732"/>
                </a:lnTo>
                <a:lnTo>
                  <a:pt x="28778" y="62484"/>
                </a:lnTo>
                <a:lnTo>
                  <a:pt x="37960" y="59944"/>
                </a:lnTo>
                <a:lnTo>
                  <a:pt x="70400" y="59944"/>
                </a:lnTo>
                <a:lnTo>
                  <a:pt x="16535" y="0"/>
                </a:lnTo>
                <a:close/>
              </a:path>
              <a:path w="859789" h="3049270">
                <a:moveTo>
                  <a:pt x="37960" y="59944"/>
                </a:moveTo>
                <a:lnTo>
                  <a:pt x="28778" y="62484"/>
                </a:lnTo>
                <a:lnTo>
                  <a:pt x="32146" y="74732"/>
                </a:lnTo>
                <a:lnTo>
                  <a:pt x="41332" y="72207"/>
                </a:lnTo>
                <a:lnTo>
                  <a:pt x="37960" y="59944"/>
                </a:lnTo>
                <a:close/>
              </a:path>
              <a:path w="859789" h="3049270">
                <a:moveTo>
                  <a:pt x="70400" y="59944"/>
                </a:moveTo>
                <a:lnTo>
                  <a:pt x="37960" y="59944"/>
                </a:lnTo>
                <a:lnTo>
                  <a:pt x="41332" y="72207"/>
                </a:lnTo>
                <a:lnTo>
                  <a:pt x="73482" y="63373"/>
                </a:lnTo>
                <a:lnTo>
                  <a:pt x="70400" y="5994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6266" y="4776723"/>
            <a:ext cx="73660" cy="252729"/>
          </a:xfrm>
          <a:custGeom>
            <a:avLst/>
            <a:gdLst/>
            <a:ahLst/>
            <a:cxnLst/>
            <a:rect l="l" t="t" r="r" b="b"/>
            <a:pathLst>
              <a:path w="73660" h="252729">
                <a:moveTo>
                  <a:pt x="41120" y="72662"/>
                </a:moveTo>
                <a:lnTo>
                  <a:pt x="31862" y="75088"/>
                </a:lnTo>
                <a:lnTo>
                  <a:pt x="36321" y="94233"/>
                </a:lnTo>
                <a:lnTo>
                  <a:pt x="41782" y="125602"/>
                </a:lnTo>
                <a:lnTo>
                  <a:pt x="45973" y="157225"/>
                </a:lnTo>
                <a:lnTo>
                  <a:pt x="48894" y="188849"/>
                </a:lnTo>
                <a:lnTo>
                  <a:pt x="50800" y="220599"/>
                </a:lnTo>
                <a:lnTo>
                  <a:pt x="51434" y="252602"/>
                </a:lnTo>
                <a:lnTo>
                  <a:pt x="60959" y="252349"/>
                </a:lnTo>
                <a:lnTo>
                  <a:pt x="58419" y="187959"/>
                </a:lnTo>
                <a:lnTo>
                  <a:pt x="51181" y="124078"/>
                </a:lnTo>
                <a:lnTo>
                  <a:pt x="45719" y="92075"/>
                </a:lnTo>
                <a:lnTo>
                  <a:pt x="41120" y="72662"/>
                </a:lnTo>
                <a:close/>
              </a:path>
              <a:path w="73660" h="252729">
                <a:moveTo>
                  <a:pt x="17525" y="0"/>
                </a:moveTo>
                <a:lnTo>
                  <a:pt x="0" y="83438"/>
                </a:lnTo>
                <a:lnTo>
                  <a:pt x="31862" y="75088"/>
                </a:lnTo>
                <a:lnTo>
                  <a:pt x="28956" y="62611"/>
                </a:lnTo>
                <a:lnTo>
                  <a:pt x="38226" y="60451"/>
                </a:lnTo>
                <a:lnTo>
                  <a:pt x="70436" y="60451"/>
                </a:lnTo>
                <a:lnTo>
                  <a:pt x="17525" y="0"/>
                </a:lnTo>
                <a:close/>
              </a:path>
              <a:path w="73660" h="252729">
                <a:moveTo>
                  <a:pt x="38226" y="60451"/>
                </a:moveTo>
                <a:lnTo>
                  <a:pt x="28956" y="62611"/>
                </a:lnTo>
                <a:lnTo>
                  <a:pt x="31862" y="75088"/>
                </a:lnTo>
                <a:lnTo>
                  <a:pt x="41120" y="72662"/>
                </a:lnTo>
                <a:lnTo>
                  <a:pt x="38226" y="60451"/>
                </a:lnTo>
                <a:close/>
              </a:path>
              <a:path w="73660" h="252729">
                <a:moveTo>
                  <a:pt x="70436" y="60451"/>
                </a:moveTo>
                <a:lnTo>
                  <a:pt x="38226" y="60451"/>
                </a:lnTo>
                <a:lnTo>
                  <a:pt x="41120" y="72662"/>
                </a:lnTo>
                <a:lnTo>
                  <a:pt x="73659" y="64134"/>
                </a:lnTo>
                <a:lnTo>
                  <a:pt x="70436" y="60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96002" y="3930396"/>
            <a:ext cx="1943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45" dirty="0">
                <a:solidFill>
                  <a:srgbClr val="00FF00"/>
                </a:solidFill>
                <a:latin typeface="Calibri"/>
                <a:cs typeface="Calibri"/>
              </a:rPr>
              <a:t>x’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8444" y="1904364"/>
            <a:ext cx="2019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60" dirty="0">
                <a:solidFill>
                  <a:srgbClr val="00FF00"/>
                </a:solidFill>
                <a:latin typeface="Calibri"/>
                <a:cs typeface="Calibri"/>
              </a:rPr>
              <a:t>y’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3194" y="1689735"/>
            <a:ext cx="1289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8402" y="5029200"/>
            <a:ext cx="1244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2470" y="4760066"/>
            <a:ext cx="1447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865" dirty="0">
                <a:latin typeface="Symbol"/>
                <a:cs typeface="Symbol"/>
              </a:rPr>
              <a:t>q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10250" y="1680223"/>
            <a:ext cx="41592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𝐑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96033" y="1623694"/>
            <a:ext cx="1578610" cy="377190"/>
          </a:xfrm>
          <a:custGeom>
            <a:avLst/>
            <a:gdLst/>
            <a:ahLst/>
            <a:cxnLst/>
            <a:rect l="l" t="t" r="r" b="b"/>
            <a:pathLst>
              <a:path w="1578609" h="377189">
                <a:moveTo>
                  <a:pt x="1496813" y="0"/>
                </a:moveTo>
                <a:lnTo>
                  <a:pt x="1500196" y="14067"/>
                </a:lnTo>
                <a:lnTo>
                  <a:pt x="1508234" y="21399"/>
                </a:lnTo>
                <a:lnTo>
                  <a:pt x="1515791" y="30092"/>
                </a:lnTo>
                <a:lnTo>
                  <a:pt x="1535915" y="65416"/>
                </a:lnTo>
                <a:lnTo>
                  <a:pt x="1547845" y="101733"/>
                </a:lnTo>
                <a:lnTo>
                  <a:pt x="1555333" y="151252"/>
                </a:lnTo>
                <a:lnTo>
                  <a:pt x="1556968" y="195241"/>
                </a:lnTo>
                <a:lnTo>
                  <a:pt x="1556595" y="208665"/>
                </a:lnTo>
                <a:lnTo>
                  <a:pt x="1553015" y="247089"/>
                </a:lnTo>
                <a:lnTo>
                  <a:pt x="1541861" y="295601"/>
                </a:lnTo>
                <a:lnTo>
                  <a:pt x="1525475" y="333169"/>
                </a:lnTo>
                <a:lnTo>
                  <a:pt x="1493257" y="368172"/>
                </a:lnTo>
                <a:lnTo>
                  <a:pt x="1501636" y="374490"/>
                </a:lnTo>
                <a:lnTo>
                  <a:pt x="1536484" y="342268"/>
                </a:lnTo>
                <a:lnTo>
                  <a:pt x="1557628" y="303956"/>
                </a:lnTo>
                <a:lnTo>
                  <a:pt x="1570878" y="260718"/>
                </a:lnTo>
                <a:lnTo>
                  <a:pt x="1576434" y="222615"/>
                </a:lnTo>
                <a:lnTo>
                  <a:pt x="1578212" y="177950"/>
                </a:lnTo>
                <a:lnTo>
                  <a:pt x="1577620" y="164432"/>
                </a:lnTo>
                <a:lnTo>
                  <a:pt x="1572938" y="125828"/>
                </a:lnTo>
                <a:lnTo>
                  <a:pt x="1559595" y="78132"/>
                </a:lnTo>
                <a:lnTo>
                  <a:pt x="1541330" y="41597"/>
                </a:lnTo>
                <a:lnTo>
                  <a:pt x="1506917" y="5888"/>
                </a:lnTo>
                <a:lnTo>
                  <a:pt x="1496813" y="0"/>
                </a:lnTo>
                <a:close/>
              </a:path>
              <a:path w="1578609" h="377189">
                <a:moveTo>
                  <a:pt x="81271" y="0"/>
                </a:moveTo>
                <a:lnTo>
                  <a:pt x="49748" y="24841"/>
                </a:lnTo>
                <a:lnTo>
                  <a:pt x="27219" y="58801"/>
                </a:lnTo>
                <a:lnTo>
                  <a:pt x="10027" y="104491"/>
                </a:lnTo>
                <a:lnTo>
                  <a:pt x="1778" y="154079"/>
                </a:lnTo>
                <a:lnTo>
                  <a:pt x="0" y="198943"/>
                </a:lnTo>
                <a:lnTo>
                  <a:pt x="592" y="212377"/>
                </a:lnTo>
                <a:lnTo>
                  <a:pt x="5277" y="250891"/>
                </a:lnTo>
                <a:lnTo>
                  <a:pt x="18622" y="298760"/>
                </a:lnTo>
                <a:lnTo>
                  <a:pt x="36883" y="335537"/>
                </a:lnTo>
                <a:lnTo>
                  <a:pt x="71214" y="371259"/>
                </a:lnTo>
                <a:lnTo>
                  <a:pt x="81271" y="377063"/>
                </a:lnTo>
                <a:lnTo>
                  <a:pt x="77830" y="363028"/>
                </a:lnTo>
                <a:lnTo>
                  <a:pt x="69747" y="355662"/>
                </a:lnTo>
                <a:lnTo>
                  <a:pt x="62175" y="346926"/>
                </a:lnTo>
                <a:lnTo>
                  <a:pt x="42201" y="311519"/>
                </a:lnTo>
                <a:lnTo>
                  <a:pt x="30349" y="275100"/>
                </a:lnTo>
                <a:lnTo>
                  <a:pt x="22890" y="226003"/>
                </a:lnTo>
                <a:lnTo>
                  <a:pt x="21246" y="181889"/>
                </a:lnTo>
                <a:lnTo>
                  <a:pt x="21633" y="168206"/>
                </a:lnTo>
                <a:lnTo>
                  <a:pt x="25242" y="129486"/>
                </a:lnTo>
                <a:lnTo>
                  <a:pt x="36305" y="81367"/>
                </a:lnTo>
                <a:lnTo>
                  <a:pt x="52657" y="44087"/>
                </a:lnTo>
                <a:lnTo>
                  <a:pt x="84954" y="9016"/>
                </a:lnTo>
                <a:lnTo>
                  <a:pt x="812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77432" y="1558303"/>
            <a:ext cx="511175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5080" indent="-15240">
              <a:lnSpc>
                <a:spcPts val="2110"/>
              </a:lnSpc>
            </a:pPr>
            <a:r>
              <a:rPr sz="1800" spc="-5" dirty="0">
                <a:latin typeface="Cambria Math"/>
                <a:cs typeface="Cambria Math"/>
              </a:rPr>
              <a:t>c</a:t>
            </a:r>
            <a:r>
              <a:rPr sz="1800" spc="-10" dirty="0">
                <a:latin typeface="Cambria Math"/>
                <a:cs typeface="Cambria Math"/>
              </a:rPr>
              <a:t>o</a:t>
            </a:r>
            <a:r>
              <a:rPr sz="1800" dirty="0">
                <a:latin typeface="Cambria Math"/>
                <a:cs typeface="Cambria Math"/>
              </a:rPr>
              <a:t>s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𝜃 </a:t>
            </a:r>
            <a:r>
              <a:rPr sz="1800" spc="-10" dirty="0">
                <a:latin typeface="Cambria Math"/>
                <a:cs typeface="Cambria Math"/>
              </a:rPr>
              <a:t>s</a:t>
            </a:r>
            <a:r>
              <a:rPr sz="1800" dirty="0">
                <a:latin typeface="Cambria Math"/>
                <a:cs typeface="Cambria Math"/>
              </a:rPr>
              <a:t>in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98283" y="1558303"/>
            <a:ext cx="690880" cy="52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235" marR="5080" indent="-90170">
              <a:lnSpc>
                <a:spcPts val="2110"/>
              </a:lnSpc>
            </a:pPr>
            <a:r>
              <a:rPr sz="1800" spc="-470" dirty="0">
                <a:latin typeface="Cambria Math"/>
                <a:cs typeface="Cambria Math"/>
              </a:rPr>
              <a:t>—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</a:t>
            </a:r>
            <a:r>
              <a:rPr sz="1800" dirty="0">
                <a:latin typeface="Cambria Math"/>
                <a:cs typeface="Cambria Math"/>
              </a:rPr>
              <a:t>in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𝜃 </a:t>
            </a:r>
            <a:r>
              <a:rPr sz="1800" spc="-5" dirty="0">
                <a:latin typeface="Cambria Math"/>
                <a:cs typeface="Cambria Math"/>
              </a:rPr>
              <a:t>c</a:t>
            </a:r>
            <a:r>
              <a:rPr sz="1800" spc="-10" dirty="0">
                <a:latin typeface="Cambria Math"/>
                <a:cs typeface="Cambria Math"/>
              </a:rPr>
              <a:t>o</a:t>
            </a:r>
            <a:r>
              <a:rPr sz="1800" dirty="0">
                <a:latin typeface="Cambria Math"/>
                <a:cs typeface="Cambria Math"/>
              </a:rPr>
              <a:t>s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68531" y="1622805"/>
            <a:ext cx="316865" cy="377190"/>
          </a:xfrm>
          <a:custGeom>
            <a:avLst/>
            <a:gdLst/>
            <a:ahLst/>
            <a:cxnLst/>
            <a:rect l="l" t="t" r="r" b="b"/>
            <a:pathLst>
              <a:path w="316864" h="377189">
                <a:moveTo>
                  <a:pt x="234939" y="0"/>
                </a:moveTo>
                <a:lnTo>
                  <a:pt x="238317" y="13941"/>
                </a:lnTo>
                <a:lnTo>
                  <a:pt x="246356" y="21288"/>
                </a:lnTo>
                <a:lnTo>
                  <a:pt x="253914" y="29999"/>
                </a:lnTo>
                <a:lnTo>
                  <a:pt x="274038" y="65323"/>
                </a:lnTo>
                <a:lnTo>
                  <a:pt x="285970" y="101598"/>
                </a:lnTo>
                <a:lnTo>
                  <a:pt x="293434" y="150748"/>
                </a:lnTo>
                <a:lnTo>
                  <a:pt x="295094" y="195102"/>
                </a:lnTo>
                <a:lnTo>
                  <a:pt x="294721" y="208527"/>
                </a:lnTo>
                <a:lnTo>
                  <a:pt x="291146" y="246956"/>
                </a:lnTo>
                <a:lnTo>
                  <a:pt x="280017" y="295469"/>
                </a:lnTo>
                <a:lnTo>
                  <a:pt x="263636" y="333015"/>
                </a:lnTo>
                <a:lnTo>
                  <a:pt x="231383" y="368046"/>
                </a:lnTo>
                <a:lnTo>
                  <a:pt x="239688" y="374407"/>
                </a:lnTo>
                <a:lnTo>
                  <a:pt x="274575" y="342252"/>
                </a:lnTo>
                <a:lnTo>
                  <a:pt x="295713" y="303930"/>
                </a:lnTo>
                <a:lnTo>
                  <a:pt x="308989" y="260672"/>
                </a:lnTo>
                <a:lnTo>
                  <a:pt x="314557" y="222577"/>
                </a:lnTo>
                <a:lnTo>
                  <a:pt x="316341" y="177956"/>
                </a:lnTo>
                <a:lnTo>
                  <a:pt x="315752" y="164445"/>
                </a:lnTo>
                <a:lnTo>
                  <a:pt x="311079" y="125816"/>
                </a:lnTo>
                <a:lnTo>
                  <a:pt x="297758" y="78093"/>
                </a:lnTo>
                <a:lnTo>
                  <a:pt x="279495" y="41534"/>
                </a:lnTo>
                <a:lnTo>
                  <a:pt x="245053" y="5849"/>
                </a:lnTo>
                <a:lnTo>
                  <a:pt x="234939" y="0"/>
                </a:lnTo>
                <a:close/>
              </a:path>
              <a:path w="316864" h="377189">
                <a:moveTo>
                  <a:pt x="81269" y="0"/>
                </a:moveTo>
                <a:lnTo>
                  <a:pt x="49724" y="24747"/>
                </a:lnTo>
                <a:lnTo>
                  <a:pt x="27129" y="58707"/>
                </a:lnTo>
                <a:lnTo>
                  <a:pt x="9976" y="104428"/>
                </a:lnTo>
                <a:lnTo>
                  <a:pt x="1772" y="154055"/>
                </a:lnTo>
                <a:lnTo>
                  <a:pt x="0" y="198896"/>
                </a:lnTo>
                <a:lnTo>
                  <a:pt x="594" y="212321"/>
                </a:lnTo>
                <a:lnTo>
                  <a:pt x="5274" y="250817"/>
                </a:lnTo>
                <a:lnTo>
                  <a:pt x="18567" y="298712"/>
                </a:lnTo>
                <a:lnTo>
                  <a:pt x="36871" y="335518"/>
                </a:lnTo>
                <a:lnTo>
                  <a:pt x="71220" y="371144"/>
                </a:lnTo>
                <a:lnTo>
                  <a:pt x="81269" y="376936"/>
                </a:lnTo>
                <a:lnTo>
                  <a:pt x="77806" y="362884"/>
                </a:lnTo>
                <a:lnTo>
                  <a:pt x="69725" y="355518"/>
                </a:lnTo>
                <a:lnTo>
                  <a:pt x="62151" y="346785"/>
                </a:lnTo>
                <a:lnTo>
                  <a:pt x="42115" y="311411"/>
                </a:lnTo>
                <a:lnTo>
                  <a:pt x="30283" y="274967"/>
                </a:lnTo>
                <a:lnTo>
                  <a:pt x="22881" y="225857"/>
                </a:lnTo>
                <a:lnTo>
                  <a:pt x="21242" y="181782"/>
                </a:lnTo>
                <a:lnTo>
                  <a:pt x="21619" y="168143"/>
                </a:lnTo>
                <a:lnTo>
                  <a:pt x="25194" y="129371"/>
                </a:lnTo>
                <a:lnTo>
                  <a:pt x="36270" y="81256"/>
                </a:lnTo>
                <a:lnTo>
                  <a:pt x="52655" y="44016"/>
                </a:lnTo>
                <a:lnTo>
                  <a:pt x="84952" y="8890"/>
                </a:lnTo>
                <a:lnTo>
                  <a:pt x="812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47769" y="1509789"/>
            <a:ext cx="153670" cy="54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lang="x-none" sz="1800" dirty="0">
                <a:latin typeface="Cambria Math"/>
                <a:cs typeface="Cambria Math"/>
              </a:rPr>
              <a:t>x</a:t>
            </a:r>
          </a:p>
          <a:p>
            <a:pPr marL="12700">
              <a:lnSpc>
                <a:spcPts val="2135"/>
              </a:lnSpc>
            </a:pPr>
            <a:r>
              <a:rPr lang="x-none" sz="1800" dirty="0">
                <a:latin typeface="Cambria Math"/>
                <a:cs typeface="Cambria Math"/>
              </a:rPr>
              <a:t>y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57521" y="1679334"/>
            <a:ext cx="41592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16759" y="1585594"/>
            <a:ext cx="375285" cy="452120"/>
          </a:xfrm>
          <a:custGeom>
            <a:avLst/>
            <a:gdLst/>
            <a:ahLst/>
            <a:cxnLst/>
            <a:rect l="l" t="t" r="r" b="b"/>
            <a:pathLst>
              <a:path w="375285" h="452119">
                <a:moveTo>
                  <a:pt x="294761" y="0"/>
                </a:moveTo>
                <a:lnTo>
                  <a:pt x="292703" y="11822"/>
                </a:lnTo>
                <a:lnTo>
                  <a:pt x="299762" y="19818"/>
                </a:lnTo>
                <a:lnTo>
                  <a:pt x="306508" y="28878"/>
                </a:lnTo>
                <a:lnTo>
                  <a:pt x="324973" y="62831"/>
                </a:lnTo>
                <a:lnTo>
                  <a:pt x="338934" y="101603"/>
                </a:lnTo>
                <a:lnTo>
                  <a:pt x="348188" y="146726"/>
                </a:lnTo>
                <a:lnTo>
                  <a:pt x="352112" y="186094"/>
                </a:lnTo>
                <a:lnTo>
                  <a:pt x="353341" y="235160"/>
                </a:lnTo>
                <a:lnTo>
                  <a:pt x="353169" y="244904"/>
                </a:lnTo>
                <a:lnTo>
                  <a:pt x="350599" y="284976"/>
                </a:lnTo>
                <a:lnTo>
                  <a:pt x="342660" y="334091"/>
                </a:lnTo>
                <a:lnTo>
                  <a:pt x="327753" y="382502"/>
                </a:lnTo>
                <a:lnTo>
                  <a:pt x="309617" y="418118"/>
                </a:lnTo>
                <a:lnTo>
                  <a:pt x="288284" y="444118"/>
                </a:lnTo>
                <a:lnTo>
                  <a:pt x="299367" y="447807"/>
                </a:lnTo>
                <a:lnTo>
                  <a:pt x="327546" y="413936"/>
                </a:lnTo>
                <a:lnTo>
                  <a:pt x="347823" y="375649"/>
                </a:lnTo>
                <a:lnTo>
                  <a:pt x="361359" y="339097"/>
                </a:lnTo>
                <a:lnTo>
                  <a:pt x="370801" y="291578"/>
                </a:lnTo>
                <a:lnTo>
                  <a:pt x="374332" y="250177"/>
                </a:lnTo>
                <a:lnTo>
                  <a:pt x="374899" y="215277"/>
                </a:lnTo>
                <a:lnTo>
                  <a:pt x="374691" y="206033"/>
                </a:lnTo>
                <a:lnTo>
                  <a:pt x="371712" y="167385"/>
                </a:lnTo>
                <a:lnTo>
                  <a:pt x="362285" y="118485"/>
                </a:lnTo>
                <a:lnTo>
                  <a:pt x="345640" y="70311"/>
                </a:lnTo>
                <a:lnTo>
                  <a:pt x="325465" y="33931"/>
                </a:lnTo>
                <a:lnTo>
                  <a:pt x="302854" y="6916"/>
                </a:lnTo>
                <a:lnTo>
                  <a:pt x="294761" y="0"/>
                </a:lnTo>
                <a:close/>
              </a:path>
              <a:path w="375285" h="452119">
                <a:moveTo>
                  <a:pt x="80004" y="0"/>
                </a:moveTo>
                <a:lnTo>
                  <a:pt x="47279" y="37613"/>
                </a:lnTo>
                <a:lnTo>
                  <a:pt x="26974" y="75936"/>
                </a:lnTo>
                <a:lnTo>
                  <a:pt x="13484" y="112477"/>
                </a:lnTo>
                <a:lnTo>
                  <a:pt x="4084" y="159965"/>
                </a:lnTo>
                <a:lnTo>
                  <a:pt x="562" y="201379"/>
                </a:lnTo>
                <a:lnTo>
                  <a:pt x="0" y="236402"/>
                </a:lnTo>
                <a:lnTo>
                  <a:pt x="209" y="245575"/>
                </a:lnTo>
                <a:lnTo>
                  <a:pt x="3192" y="284243"/>
                </a:lnTo>
                <a:lnTo>
                  <a:pt x="12588" y="333157"/>
                </a:lnTo>
                <a:lnTo>
                  <a:pt x="29130" y="381296"/>
                </a:lnTo>
                <a:lnTo>
                  <a:pt x="49347" y="417633"/>
                </a:lnTo>
                <a:lnTo>
                  <a:pt x="80004" y="451612"/>
                </a:lnTo>
                <a:lnTo>
                  <a:pt x="82127" y="439853"/>
                </a:lnTo>
                <a:lnTo>
                  <a:pt x="75069" y="431857"/>
                </a:lnTo>
                <a:lnTo>
                  <a:pt x="68333" y="422795"/>
                </a:lnTo>
                <a:lnTo>
                  <a:pt x="49916" y="388836"/>
                </a:lnTo>
                <a:lnTo>
                  <a:pt x="35940" y="350064"/>
                </a:lnTo>
                <a:lnTo>
                  <a:pt x="26660" y="304933"/>
                </a:lnTo>
                <a:lnTo>
                  <a:pt x="22762" y="265571"/>
                </a:lnTo>
                <a:lnTo>
                  <a:pt x="21551" y="216414"/>
                </a:lnTo>
                <a:lnTo>
                  <a:pt x="21717" y="206776"/>
                </a:lnTo>
                <a:lnTo>
                  <a:pt x="24253" y="166684"/>
                </a:lnTo>
                <a:lnTo>
                  <a:pt x="32164" y="117565"/>
                </a:lnTo>
                <a:lnTo>
                  <a:pt x="47106" y="69163"/>
                </a:lnTo>
                <a:lnTo>
                  <a:pt x="65181" y="33514"/>
                </a:lnTo>
                <a:lnTo>
                  <a:pt x="86481" y="7492"/>
                </a:lnTo>
                <a:lnTo>
                  <a:pt x="80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18103" y="5356859"/>
            <a:ext cx="375285" cy="452120"/>
          </a:xfrm>
          <a:custGeom>
            <a:avLst/>
            <a:gdLst/>
            <a:ahLst/>
            <a:cxnLst/>
            <a:rect l="l" t="t" r="r" b="b"/>
            <a:pathLst>
              <a:path w="375285" h="452120">
                <a:moveTo>
                  <a:pt x="294888" y="0"/>
                </a:moveTo>
                <a:lnTo>
                  <a:pt x="292826" y="11818"/>
                </a:lnTo>
                <a:lnTo>
                  <a:pt x="299885" y="19814"/>
                </a:lnTo>
                <a:lnTo>
                  <a:pt x="306632" y="28873"/>
                </a:lnTo>
                <a:lnTo>
                  <a:pt x="325098" y="62826"/>
                </a:lnTo>
                <a:lnTo>
                  <a:pt x="339059" y="101595"/>
                </a:lnTo>
                <a:lnTo>
                  <a:pt x="348314" y="146720"/>
                </a:lnTo>
                <a:lnTo>
                  <a:pt x="352239" y="186087"/>
                </a:lnTo>
                <a:lnTo>
                  <a:pt x="353468" y="235153"/>
                </a:lnTo>
                <a:lnTo>
                  <a:pt x="353296" y="244891"/>
                </a:lnTo>
                <a:lnTo>
                  <a:pt x="350727" y="284954"/>
                </a:lnTo>
                <a:lnTo>
                  <a:pt x="342789" y="334067"/>
                </a:lnTo>
                <a:lnTo>
                  <a:pt x="327883" y="382480"/>
                </a:lnTo>
                <a:lnTo>
                  <a:pt x="309746" y="418094"/>
                </a:lnTo>
                <a:lnTo>
                  <a:pt x="288411" y="444118"/>
                </a:lnTo>
                <a:lnTo>
                  <a:pt x="299465" y="447811"/>
                </a:lnTo>
                <a:lnTo>
                  <a:pt x="327626" y="413946"/>
                </a:lnTo>
                <a:lnTo>
                  <a:pt x="347943" y="375644"/>
                </a:lnTo>
                <a:lnTo>
                  <a:pt x="361484" y="339094"/>
                </a:lnTo>
                <a:lnTo>
                  <a:pt x="370928" y="291566"/>
                </a:lnTo>
                <a:lnTo>
                  <a:pt x="374459" y="250166"/>
                </a:lnTo>
                <a:lnTo>
                  <a:pt x="375026" y="215267"/>
                </a:lnTo>
                <a:lnTo>
                  <a:pt x="374818" y="206032"/>
                </a:lnTo>
                <a:lnTo>
                  <a:pt x="371839" y="167385"/>
                </a:lnTo>
                <a:lnTo>
                  <a:pt x="362410" y="118485"/>
                </a:lnTo>
                <a:lnTo>
                  <a:pt x="345762" y="70311"/>
                </a:lnTo>
                <a:lnTo>
                  <a:pt x="325545" y="33931"/>
                </a:lnTo>
                <a:lnTo>
                  <a:pt x="302944" y="6916"/>
                </a:lnTo>
                <a:lnTo>
                  <a:pt x="294888" y="0"/>
                </a:lnTo>
                <a:close/>
              </a:path>
              <a:path w="375285" h="452120">
                <a:moveTo>
                  <a:pt x="80131" y="0"/>
                </a:moveTo>
                <a:lnTo>
                  <a:pt x="47392" y="37629"/>
                </a:lnTo>
                <a:lnTo>
                  <a:pt x="27075" y="75954"/>
                </a:lnTo>
                <a:lnTo>
                  <a:pt x="13534" y="112494"/>
                </a:lnTo>
                <a:lnTo>
                  <a:pt x="4092" y="159977"/>
                </a:lnTo>
                <a:lnTo>
                  <a:pt x="562" y="201387"/>
                </a:lnTo>
                <a:lnTo>
                  <a:pt x="0" y="236397"/>
                </a:lnTo>
                <a:lnTo>
                  <a:pt x="209" y="245573"/>
                </a:lnTo>
                <a:lnTo>
                  <a:pt x="3199" y="284232"/>
                </a:lnTo>
                <a:lnTo>
                  <a:pt x="12628" y="333148"/>
                </a:lnTo>
                <a:lnTo>
                  <a:pt x="29257" y="381282"/>
                </a:lnTo>
                <a:lnTo>
                  <a:pt x="49474" y="417639"/>
                </a:lnTo>
                <a:lnTo>
                  <a:pt x="80131" y="451599"/>
                </a:lnTo>
                <a:lnTo>
                  <a:pt x="82253" y="439849"/>
                </a:lnTo>
                <a:lnTo>
                  <a:pt x="75195" y="431845"/>
                </a:lnTo>
                <a:lnTo>
                  <a:pt x="68459" y="422777"/>
                </a:lnTo>
                <a:lnTo>
                  <a:pt x="50041" y="388811"/>
                </a:lnTo>
                <a:lnTo>
                  <a:pt x="36065" y="350053"/>
                </a:lnTo>
                <a:lnTo>
                  <a:pt x="26786" y="304909"/>
                </a:lnTo>
                <a:lnTo>
                  <a:pt x="22889" y="265556"/>
                </a:lnTo>
                <a:lnTo>
                  <a:pt x="21678" y="216421"/>
                </a:lnTo>
                <a:lnTo>
                  <a:pt x="21844" y="206776"/>
                </a:lnTo>
                <a:lnTo>
                  <a:pt x="24380" y="166684"/>
                </a:lnTo>
                <a:lnTo>
                  <a:pt x="32291" y="117565"/>
                </a:lnTo>
                <a:lnTo>
                  <a:pt x="47233" y="69163"/>
                </a:lnTo>
                <a:lnTo>
                  <a:pt x="65308" y="33514"/>
                </a:lnTo>
                <a:lnTo>
                  <a:pt x="86608" y="7492"/>
                </a:lnTo>
                <a:lnTo>
                  <a:pt x="80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49465" y="5393944"/>
            <a:ext cx="318135" cy="377190"/>
          </a:xfrm>
          <a:custGeom>
            <a:avLst/>
            <a:gdLst/>
            <a:ahLst/>
            <a:cxnLst/>
            <a:rect l="l" t="t" r="r" b="b"/>
            <a:pathLst>
              <a:path w="318134" h="377189">
                <a:moveTo>
                  <a:pt x="236464" y="0"/>
                </a:moveTo>
                <a:lnTo>
                  <a:pt x="239847" y="14075"/>
                </a:lnTo>
                <a:lnTo>
                  <a:pt x="247869" y="21423"/>
                </a:lnTo>
                <a:lnTo>
                  <a:pt x="255407" y="30134"/>
                </a:lnTo>
                <a:lnTo>
                  <a:pt x="275528" y="65462"/>
                </a:lnTo>
                <a:lnTo>
                  <a:pt x="287498" y="101739"/>
                </a:lnTo>
                <a:lnTo>
                  <a:pt x="294960" y="150889"/>
                </a:lnTo>
                <a:lnTo>
                  <a:pt x="296619" y="195250"/>
                </a:lnTo>
                <a:lnTo>
                  <a:pt x="296238" y="208679"/>
                </a:lnTo>
                <a:lnTo>
                  <a:pt x="292622" y="247108"/>
                </a:lnTo>
                <a:lnTo>
                  <a:pt x="281492" y="295611"/>
                </a:lnTo>
                <a:lnTo>
                  <a:pt x="265140" y="333169"/>
                </a:lnTo>
                <a:lnTo>
                  <a:pt x="232908" y="368185"/>
                </a:lnTo>
                <a:lnTo>
                  <a:pt x="241282" y="374523"/>
                </a:lnTo>
                <a:lnTo>
                  <a:pt x="276050" y="342300"/>
                </a:lnTo>
                <a:lnTo>
                  <a:pt x="297280" y="303977"/>
                </a:lnTo>
                <a:lnTo>
                  <a:pt x="310530" y="260726"/>
                </a:lnTo>
                <a:lnTo>
                  <a:pt x="316085" y="222632"/>
                </a:lnTo>
                <a:lnTo>
                  <a:pt x="317863" y="177973"/>
                </a:lnTo>
                <a:lnTo>
                  <a:pt x="317271" y="164476"/>
                </a:lnTo>
                <a:lnTo>
                  <a:pt x="312588" y="125876"/>
                </a:lnTo>
                <a:lnTo>
                  <a:pt x="299238" y="78136"/>
                </a:lnTo>
                <a:lnTo>
                  <a:pt x="280901" y="41597"/>
                </a:lnTo>
                <a:lnTo>
                  <a:pt x="246523" y="5888"/>
                </a:lnTo>
                <a:lnTo>
                  <a:pt x="236464" y="0"/>
                </a:lnTo>
                <a:close/>
              </a:path>
              <a:path w="318134" h="377189">
                <a:moveTo>
                  <a:pt x="81143" y="0"/>
                </a:moveTo>
                <a:lnTo>
                  <a:pt x="49715" y="24843"/>
                </a:lnTo>
                <a:lnTo>
                  <a:pt x="27141" y="58808"/>
                </a:lnTo>
                <a:lnTo>
                  <a:pt x="9985" y="104526"/>
                </a:lnTo>
                <a:lnTo>
                  <a:pt x="1774" y="154151"/>
                </a:lnTo>
                <a:lnTo>
                  <a:pt x="0" y="198976"/>
                </a:lnTo>
                <a:lnTo>
                  <a:pt x="593" y="212411"/>
                </a:lnTo>
                <a:lnTo>
                  <a:pt x="5267" y="250917"/>
                </a:lnTo>
                <a:lnTo>
                  <a:pt x="18545" y="298796"/>
                </a:lnTo>
                <a:lnTo>
                  <a:pt x="36844" y="335593"/>
                </a:lnTo>
                <a:lnTo>
                  <a:pt x="71134" y="371297"/>
                </a:lnTo>
                <a:lnTo>
                  <a:pt x="81143" y="377113"/>
                </a:lnTo>
                <a:lnTo>
                  <a:pt x="77796" y="363087"/>
                </a:lnTo>
                <a:lnTo>
                  <a:pt x="69736" y="355722"/>
                </a:lnTo>
                <a:lnTo>
                  <a:pt x="62173" y="346986"/>
                </a:lnTo>
                <a:lnTo>
                  <a:pt x="42148" y="311597"/>
                </a:lnTo>
                <a:lnTo>
                  <a:pt x="30306" y="275174"/>
                </a:lnTo>
                <a:lnTo>
                  <a:pt x="22886" y="226071"/>
                </a:lnTo>
                <a:lnTo>
                  <a:pt x="21243" y="181993"/>
                </a:lnTo>
                <a:lnTo>
                  <a:pt x="21621" y="168274"/>
                </a:lnTo>
                <a:lnTo>
                  <a:pt x="25186" y="129548"/>
                </a:lnTo>
                <a:lnTo>
                  <a:pt x="36247" y="81446"/>
                </a:lnTo>
                <a:lnTo>
                  <a:pt x="52625" y="44185"/>
                </a:lnTo>
                <a:lnTo>
                  <a:pt x="84826" y="9016"/>
                </a:lnTo>
                <a:lnTo>
                  <a:pt x="81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65575" y="2267585"/>
            <a:ext cx="4629150" cy="1110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desc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bes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t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he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“primed”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600" spc="-5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ame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20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600" spc="-165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’) wi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espe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6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“unprimed”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600" spc="-5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ame</a:t>
            </a:r>
            <a:r>
              <a:rPr sz="16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x,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 marL="2260600" indent="-342900">
              <a:lnSpc>
                <a:spcPct val="100000"/>
              </a:lnSpc>
              <a:spcBef>
                <a:spcPts val="1015"/>
              </a:spcBef>
              <a:buFont typeface="Arial"/>
              <a:buChar char="•"/>
              <a:tabLst>
                <a:tab pos="2261235" algn="l"/>
              </a:tabLst>
            </a:pPr>
            <a:r>
              <a:rPr sz="1800" b="1" spc="-15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s </a:t>
            </a:r>
            <a:r>
              <a:rPr sz="1800" spc="-15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honormal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28028" y="3431252"/>
            <a:ext cx="2324735" cy="155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315595" indent="-286385">
              <a:lnSpc>
                <a:spcPct val="100000"/>
              </a:lnSpc>
              <a:buFont typeface="Arial"/>
              <a:buChar char="–"/>
              <a:tabLst>
                <a:tab pos="299720" algn="l"/>
              </a:tabLst>
            </a:pPr>
            <a:r>
              <a:rPr sz="1600" spc="-50" dirty="0">
                <a:latin typeface="Calibri"/>
                <a:cs typeface="Calibri"/>
              </a:rPr>
              <a:t>R</a:t>
            </a:r>
            <a:r>
              <a:rPr sz="1600" spc="-25" dirty="0">
                <a:latin typeface="Calibri"/>
                <a:cs typeface="Calibri"/>
              </a:rPr>
              <a:t>o</a:t>
            </a:r>
            <a:r>
              <a:rPr sz="1600" spc="-30" dirty="0">
                <a:latin typeface="Calibri"/>
                <a:cs typeface="Calibri"/>
              </a:rPr>
              <a:t>w</a:t>
            </a:r>
            <a:r>
              <a:rPr sz="1600" spc="-15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c</a:t>
            </a:r>
            <a:r>
              <a:rPr sz="1600" spc="-15" dirty="0">
                <a:latin typeface="Calibri"/>
                <a:cs typeface="Calibri"/>
              </a:rPr>
              <a:t>ol</a:t>
            </a:r>
            <a:r>
              <a:rPr sz="1600" spc="-5" dirty="0">
                <a:latin typeface="Calibri"/>
                <a:cs typeface="Calibri"/>
              </a:rPr>
              <a:t>u</a:t>
            </a:r>
            <a:r>
              <a:rPr sz="1600" spc="-10" dirty="0">
                <a:latin typeface="Calibri"/>
                <a:cs typeface="Calibri"/>
              </a:rPr>
              <a:t>mns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ho</a:t>
            </a:r>
            <a:r>
              <a:rPr sz="1600" spc="-20" dirty="0">
                <a:latin typeface="Calibri"/>
                <a:cs typeface="Calibri"/>
              </a:rPr>
              <a:t>g</a:t>
            </a:r>
            <a:r>
              <a:rPr sz="1600" spc="-15" dirty="0">
                <a:latin typeface="Calibri"/>
                <a:cs typeface="Calibri"/>
              </a:rPr>
              <a:t>ona</a:t>
            </a:r>
            <a:r>
              <a:rPr sz="1600" spc="-5" dirty="0">
                <a:latin typeface="Calibri"/>
                <a:cs typeface="Calibri"/>
              </a:rPr>
              <a:t>l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</a:t>
            </a:r>
            <a:r>
              <a:rPr sz="1600" b="1" spc="-15" dirty="0">
                <a:latin typeface="Calibri"/>
                <a:cs typeface="Calibri"/>
              </a:rPr>
              <a:t>r</a:t>
            </a:r>
            <a:r>
              <a:rPr sz="1575" baseline="-21164" dirty="0">
                <a:latin typeface="Calibri"/>
                <a:cs typeface="Calibri"/>
              </a:rPr>
              <a:t>1</a:t>
            </a:r>
            <a:r>
              <a:rPr sz="1600" dirty="0">
                <a:latin typeface="Calibri"/>
                <a:cs typeface="Calibri"/>
              </a:rPr>
              <a:t>∙</a:t>
            </a:r>
            <a:r>
              <a:rPr sz="1600" b="1" spc="-15" dirty="0">
                <a:latin typeface="Calibri"/>
                <a:cs typeface="Calibri"/>
              </a:rPr>
              <a:t>r</a:t>
            </a:r>
            <a:r>
              <a:rPr sz="1575" spc="7" baseline="-21164" dirty="0">
                <a:latin typeface="Calibri"/>
                <a:cs typeface="Calibri"/>
              </a:rPr>
              <a:t>2</a:t>
            </a:r>
            <a:r>
              <a:rPr sz="1575" baseline="-21164" dirty="0">
                <a:latin typeface="Calibri"/>
                <a:cs typeface="Calibri"/>
              </a:rPr>
              <a:t> </a:t>
            </a:r>
            <a:r>
              <a:rPr sz="1575" spc="-142" baseline="-2116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0</a:t>
            </a:r>
            <a:r>
              <a:rPr sz="1600" spc="-5" dirty="0">
                <a:latin typeface="Calibri"/>
                <a:cs typeface="Calibri"/>
              </a:rPr>
              <a:t>, </a:t>
            </a:r>
            <a:r>
              <a:rPr sz="1600" b="1" spc="-10" dirty="0">
                <a:latin typeface="Calibri"/>
                <a:cs typeface="Calibri"/>
              </a:rPr>
              <a:t>c</a:t>
            </a:r>
            <a:r>
              <a:rPr sz="1575" baseline="-21164" dirty="0">
                <a:latin typeface="Calibri"/>
                <a:cs typeface="Calibri"/>
              </a:rPr>
              <a:t>1</a:t>
            </a:r>
            <a:r>
              <a:rPr sz="1600" dirty="0">
                <a:latin typeface="Calibri"/>
                <a:cs typeface="Calibri"/>
              </a:rPr>
              <a:t>∙</a:t>
            </a:r>
            <a:r>
              <a:rPr sz="1600" b="1" spc="-5" dirty="0">
                <a:latin typeface="Calibri"/>
                <a:cs typeface="Calibri"/>
              </a:rPr>
              <a:t>c</a:t>
            </a:r>
            <a:r>
              <a:rPr sz="1575" spc="7" baseline="-21164" dirty="0">
                <a:latin typeface="Calibri"/>
                <a:cs typeface="Calibri"/>
              </a:rPr>
              <a:t>2</a:t>
            </a:r>
            <a:r>
              <a:rPr sz="1575" baseline="-21164" dirty="0">
                <a:latin typeface="Calibri"/>
                <a:cs typeface="Calibri"/>
              </a:rPr>
              <a:t> </a:t>
            </a:r>
            <a:r>
              <a:rPr sz="1575" spc="-179" baseline="-2116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=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0</a:t>
            </a:r>
            <a:r>
              <a:rPr sz="1600" spc="-5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1600" spc="-105" dirty="0">
                <a:latin typeface="Calibri"/>
                <a:cs typeface="Calibri"/>
              </a:rPr>
              <a:t>T</a:t>
            </a:r>
            <a:r>
              <a:rPr sz="1600" spc="-55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anspose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 i</a:t>
            </a:r>
            <a:r>
              <a:rPr sz="1600" spc="-25" dirty="0">
                <a:latin typeface="Calibri"/>
                <a:cs typeface="Calibri"/>
              </a:rPr>
              <a:t>nv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se</a:t>
            </a:r>
            <a:r>
              <a:rPr sz="1600" spc="-5" dirty="0">
                <a:latin typeface="Calibri"/>
                <a:cs typeface="Calibri"/>
              </a:rPr>
              <a:t>;</a:t>
            </a:r>
            <a:endParaRPr sz="1600" dirty="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RR</a:t>
            </a:r>
            <a:r>
              <a:rPr sz="1575" spc="7" baseline="26455" dirty="0">
                <a:latin typeface="Calibri"/>
                <a:cs typeface="Calibri"/>
              </a:rPr>
              <a:t>T </a:t>
            </a:r>
            <a:r>
              <a:rPr sz="1575" spc="-157" baseline="264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I</a:t>
            </a:r>
            <a:endParaRPr sz="16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84"/>
              </a:spcBef>
              <a:buFont typeface="Arial"/>
              <a:buChar char="–"/>
              <a:tabLst>
                <a:tab pos="299720" algn="l"/>
              </a:tabLst>
            </a:pPr>
            <a:r>
              <a:rPr sz="1600" spc="-15" dirty="0">
                <a:latin typeface="Calibri"/>
                <a:cs typeface="Calibri"/>
              </a:rPr>
              <a:t>D</a:t>
            </a:r>
            <a:r>
              <a:rPr sz="1600" spc="-25" dirty="0">
                <a:latin typeface="Calibri"/>
                <a:cs typeface="Calibri"/>
              </a:rPr>
              <a:t>e</a:t>
            </a:r>
            <a:r>
              <a:rPr sz="1600" spc="-20" dirty="0">
                <a:latin typeface="Calibri"/>
                <a:cs typeface="Calibri"/>
              </a:rPr>
              <a:t>t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2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min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 |</a:t>
            </a:r>
            <a:r>
              <a:rPr sz="1600" b="1" spc="-1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|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64248" y="5444668"/>
            <a:ext cx="506730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𝐑</a:t>
            </a:r>
            <a:r>
              <a:rPr sz="1800" baseline="25462" dirty="0">
                <a:latin typeface="Cambria Math"/>
                <a:cs typeface="Cambria Math"/>
              </a:rPr>
              <a:t>T</a:t>
            </a:r>
            <a:endParaRPr sz="1800" baseline="25462">
              <a:latin typeface="Cambria Math"/>
              <a:cs typeface="Cambria Math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5105400" y="1524000"/>
            <a:ext cx="228600" cy="54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lang="x-none" sz="1800" dirty="0">
                <a:latin typeface="Cambria Math"/>
                <a:cs typeface="Cambria Math"/>
              </a:rPr>
              <a:t>x</a:t>
            </a:r>
            <a:r>
              <a:rPr lang="x-none" dirty="0">
                <a:latin typeface="Cambria Math"/>
                <a:cs typeface="Cambria Math"/>
              </a:rPr>
              <a:t>’</a:t>
            </a:r>
            <a:endParaRPr lang="x-none" sz="1800" dirty="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lang="es-ES" sz="1800" dirty="0">
                <a:latin typeface="Cambria Math"/>
                <a:cs typeface="Cambria Math"/>
              </a:rPr>
              <a:t>y</a:t>
            </a:r>
            <a:r>
              <a:rPr lang="x-none" dirty="0">
                <a:latin typeface="Cambria Math"/>
                <a:cs typeface="Cambria Math"/>
              </a:rPr>
              <a:t>’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3" name="object 18"/>
          <p:cNvSpPr txBox="1"/>
          <p:nvPr/>
        </p:nvSpPr>
        <p:spPr>
          <a:xfrm>
            <a:off x="6248400" y="5319280"/>
            <a:ext cx="228600" cy="54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lang="x-none" sz="1800" dirty="0">
                <a:latin typeface="Cambria Math"/>
                <a:cs typeface="Cambria Math"/>
              </a:rPr>
              <a:t>x</a:t>
            </a:r>
            <a:r>
              <a:rPr lang="x-none" dirty="0">
                <a:latin typeface="Cambria Math"/>
                <a:cs typeface="Cambria Math"/>
              </a:rPr>
              <a:t>’</a:t>
            </a:r>
            <a:endParaRPr lang="x-none" sz="1800" dirty="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lang="es-ES" sz="1800" dirty="0">
                <a:latin typeface="Cambria Math"/>
                <a:cs typeface="Cambria Math"/>
              </a:rPr>
              <a:t>y</a:t>
            </a:r>
            <a:r>
              <a:rPr lang="x-none" dirty="0">
                <a:latin typeface="Cambria Math"/>
                <a:cs typeface="Cambria Math"/>
              </a:rPr>
              <a:t>’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4" name="object 18"/>
          <p:cNvSpPr txBox="1"/>
          <p:nvPr/>
        </p:nvSpPr>
        <p:spPr>
          <a:xfrm>
            <a:off x="7237730" y="5334000"/>
            <a:ext cx="153670" cy="54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lang="x-none" sz="1800" dirty="0">
                <a:latin typeface="Cambria Math"/>
                <a:cs typeface="Cambria Math"/>
              </a:rPr>
              <a:t>x</a:t>
            </a:r>
          </a:p>
          <a:p>
            <a:pPr marL="12700">
              <a:lnSpc>
                <a:spcPts val="2135"/>
              </a:lnSpc>
            </a:pPr>
            <a:r>
              <a:rPr lang="x-none" sz="1800" dirty="0">
                <a:latin typeface="Cambria Math"/>
                <a:cs typeface="Cambria Math"/>
              </a:rPr>
              <a:t>y</a:t>
            </a: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7" grpId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4385">
              <a:lnSpc>
                <a:spcPct val="100000"/>
              </a:lnSpc>
            </a:pPr>
            <a:r>
              <a:rPr spc="-5" dirty="0"/>
              <a:t>Hom</a:t>
            </a:r>
            <a:r>
              <a:rPr spc="5" dirty="0"/>
              <a:t>o</a:t>
            </a:r>
            <a:r>
              <a:rPr spc="-45" dirty="0"/>
              <a:t>g</a:t>
            </a:r>
            <a:r>
              <a:rPr dirty="0"/>
              <a:t>eneous</a:t>
            </a:r>
            <a:r>
              <a:rPr spc="-5" dirty="0"/>
              <a:t> Coo</a:t>
            </a:r>
            <a:r>
              <a:rPr spc="-50" dirty="0"/>
              <a:t>r</a:t>
            </a:r>
            <a:r>
              <a:rPr spc="-5" dirty="0"/>
              <a:t>di</a:t>
            </a:r>
            <a:r>
              <a:rPr spc="15" dirty="0"/>
              <a:t>n</a:t>
            </a:r>
            <a:r>
              <a:rPr spc="-30" dirty="0"/>
              <a:t>a</a:t>
            </a:r>
            <a:r>
              <a:rPr spc="-55" dirty="0"/>
              <a:t>t</a:t>
            </a:r>
            <a:r>
              <a:rPr spc="-20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8022"/>
            <a:ext cx="6461760" cy="935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40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oi</a:t>
            </a:r>
            <a:r>
              <a:rPr sz="2000" spc="-3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ts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" dirty="0">
                <a:latin typeface="Calibri"/>
                <a:cs typeface="Calibri"/>
              </a:rPr>
              <a:t> b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ep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nt</a:t>
            </a:r>
            <a:r>
              <a:rPr sz="2000" dirty="0">
                <a:latin typeface="Calibri"/>
                <a:cs typeface="Calibri"/>
              </a:rPr>
              <a:t>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</a:t>
            </a:r>
            <a:r>
              <a:rPr sz="2000" dirty="0">
                <a:latin typeface="Calibri"/>
                <a:cs typeface="Calibri"/>
              </a:rPr>
              <a:t>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homo</a:t>
            </a:r>
            <a:r>
              <a:rPr sz="2000" spc="-1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eneous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oo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din</a:t>
            </a:r>
            <a:r>
              <a:rPr sz="2000" spc="-2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es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756920" algn="l"/>
              </a:tabLst>
            </a:pPr>
            <a:r>
              <a:rPr sz="1800" spc="-5" dirty="0">
                <a:latin typeface="Calibri"/>
                <a:cs typeface="Calibri"/>
              </a:rPr>
              <a:t>Thi</a:t>
            </a:r>
            <a:r>
              <a:rPr sz="1800" dirty="0">
                <a:latin typeface="Calibri"/>
                <a:cs typeface="Calibri"/>
              </a:rPr>
              <a:t>s s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mply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me</a:t>
            </a:r>
            <a:r>
              <a:rPr sz="1800" dirty="0">
                <a:latin typeface="Calibri"/>
                <a:cs typeface="Calibri"/>
              </a:rPr>
              <a:t>ans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</a:t>
            </a:r>
            <a:r>
              <a:rPr sz="1800" spc="-15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en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e</a:t>
            </a:r>
            <a:r>
              <a:rPr sz="1800" spc="-15" dirty="0">
                <a:latin typeface="Calibri"/>
                <a:cs typeface="Calibri"/>
              </a:rPr>
              <a:t>xt</a:t>
            </a:r>
            <a:r>
              <a:rPr sz="1800" spc="-5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spc="-15" dirty="0">
                <a:latin typeface="Calibri"/>
                <a:cs typeface="Calibri"/>
              </a:rPr>
              <a:t>em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nt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3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elem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20" dirty="0">
                <a:latin typeface="Calibri"/>
                <a:cs typeface="Calibri"/>
              </a:rPr>
              <a:t>ome</a:t>
            </a:r>
            <a:r>
              <a:rPr sz="1800" spc="-10" dirty="0">
                <a:latin typeface="Calibri"/>
                <a:cs typeface="Calibri"/>
              </a:rPr>
              <a:t>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≠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1, </a:t>
            </a:r>
            <a:r>
              <a:rPr sz="1800" spc="-15" dirty="0">
                <a:latin typeface="Calibri"/>
                <a:cs typeface="Calibri"/>
              </a:rPr>
              <a:t>w</a:t>
            </a:r>
            <a:r>
              <a:rPr sz="1800" dirty="0">
                <a:latin typeface="Calibri"/>
                <a:cs typeface="Calibri"/>
              </a:rPr>
              <a:t>e </a:t>
            </a:r>
            <a:r>
              <a:rPr sz="1800" spc="5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vide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ou</a:t>
            </a:r>
            <a:r>
              <a:rPr sz="1800" spc="5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y it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048979"/>
            <a:ext cx="6914515" cy="1283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94665" algn="ctr">
              <a:lnSpc>
                <a:spcPct val="100000"/>
              </a:lnSpc>
              <a:tabLst>
                <a:tab pos="535940" algn="l"/>
              </a:tabLst>
            </a:pPr>
            <a:endParaRPr sz="1650" dirty="0">
              <a:latin typeface="Symbol"/>
              <a:cs typeface="Symbol"/>
            </a:endParaRPr>
          </a:p>
          <a:p>
            <a:pPr marL="355600" marR="5080" indent="-342900">
              <a:lnSpc>
                <a:spcPct val="80000"/>
              </a:lnSpc>
              <a:spcBef>
                <a:spcPts val="142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5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f</a:t>
            </a:r>
            <a:r>
              <a:rPr sz="2000" spc="-50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ecti</a:t>
            </a:r>
            <a:r>
              <a:rPr sz="2000" spc="-35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spc="-140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ec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</a:t>
            </a:r>
            <a:r>
              <a:rPr sz="2000" spc="-2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 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0" dirty="0">
                <a:latin typeface="Calibri"/>
                <a:cs typeface="Calibri"/>
              </a:rPr>
              <a:t>f</a:t>
            </a:r>
            <a:r>
              <a:rPr sz="2000" spc="-50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onl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ale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onside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 </a:t>
            </a:r>
            <a:r>
              <a:rPr sz="2000" dirty="0">
                <a:latin typeface="Calibri"/>
                <a:cs typeface="Calibri"/>
              </a:rPr>
              <a:t>equi</a:t>
            </a:r>
            <a:r>
              <a:rPr sz="2000" spc="-35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Thi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plifi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-4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</a:t>
            </a:r>
            <a:r>
              <a:rPr sz="2000" spc="-2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tions;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ead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256546"/>
            <a:ext cx="122110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2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</a:t>
            </a:r>
            <a:r>
              <a:rPr sz="2000" spc="-35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51375" y="4645546"/>
            <a:ext cx="1078865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𝐱′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𝐑</a:t>
            </a:r>
            <a:r>
              <a:rPr sz="1800" dirty="0">
                <a:latin typeface="Cambria Math"/>
                <a:cs typeface="Cambria Math"/>
              </a:rPr>
              <a:t>𝐱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81854" y="5569751"/>
            <a:ext cx="7918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𝐱′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𝐇</a:t>
            </a:r>
            <a:r>
              <a:rPr sz="1800" dirty="0">
                <a:latin typeface="Cambria Math"/>
                <a:cs typeface="Cambria Math"/>
              </a:rPr>
              <a:t>𝐱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805296" y="5867400"/>
            <a:ext cx="3110230" cy="5848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995" marR="263525">
              <a:lnSpc>
                <a:spcPct val="100000"/>
              </a:lnSpc>
            </a:pPr>
            <a:r>
              <a:rPr sz="1600" spc="-20" dirty="0">
                <a:latin typeface="Cambria Math"/>
                <a:cs typeface="Cambria Math"/>
              </a:rPr>
              <a:t>𝐱 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∈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spc="-30" dirty="0">
                <a:latin typeface="Cambria Math"/>
                <a:cs typeface="Cambria Math"/>
              </a:rPr>
              <a:t>𝑃</a:t>
            </a:r>
            <a:r>
              <a:rPr sz="1575" spc="15" baseline="26455" dirty="0">
                <a:latin typeface="Cambria Math"/>
                <a:cs typeface="Cambria Math"/>
              </a:rPr>
              <a:t>2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whe</a:t>
            </a:r>
            <a:r>
              <a:rPr sz="1600" spc="-45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30" dirty="0">
                <a:latin typeface="Cambria Math"/>
                <a:cs typeface="Cambria Math"/>
              </a:rPr>
              <a:t>𝑃</a:t>
            </a:r>
            <a:r>
              <a:rPr sz="1575" spc="7" baseline="26455" dirty="0">
                <a:latin typeface="Cambria Math"/>
                <a:cs typeface="Cambria Math"/>
              </a:rPr>
              <a:t>2</a:t>
            </a:r>
            <a:r>
              <a:rPr sz="1575" baseline="26455" dirty="0">
                <a:latin typeface="Cambria Math"/>
                <a:cs typeface="Cambria Math"/>
              </a:rPr>
              <a:t> </a:t>
            </a:r>
            <a:r>
              <a:rPr sz="1575" spc="-165" baseline="2645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=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𝑅</a:t>
            </a:r>
            <a:r>
              <a:rPr sz="1575" spc="7" baseline="26455" dirty="0">
                <a:latin typeface="Cambria Math"/>
                <a:cs typeface="Cambria Math"/>
              </a:rPr>
              <a:t>3 </a:t>
            </a:r>
            <a:r>
              <a:rPr sz="1600" spc="-10" dirty="0">
                <a:latin typeface="Calibri"/>
                <a:cs typeface="Calibri"/>
              </a:rPr>
              <a:t>–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</a:t>
            </a:r>
            <a:r>
              <a:rPr sz="1600" spc="-20" dirty="0">
                <a:latin typeface="Calibri"/>
                <a:cs typeface="Calibri"/>
              </a:rPr>
              <a:t>0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-20" dirty="0">
                <a:latin typeface="Calibri"/>
                <a:cs typeface="Calibri"/>
              </a:rPr>
              <a:t>0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spc="-20" dirty="0">
                <a:latin typeface="Calibri"/>
                <a:cs typeface="Calibri"/>
              </a:rPr>
              <a:t>0</a:t>
            </a:r>
            <a:r>
              <a:rPr sz="1600" spc="-5" dirty="0">
                <a:latin typeface="Calibri"/>
                <a:cs typeface="Calibri"/>
              </a:rPr>
              <a:t>)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is </a:t>
            </a:r>
            <a:r>
              <a:rPr sz="1600" spc="-25" dirty="0">
                <a:latin typeface="Calibri"/>
                <a:cs typeface="Calibri"/>
              </a:rPr>
              <a:t>c</a:t>
            </a:r>
            <a:r>
              <a:rPr sz="1600" spc="-10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led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2</a:t>
            </a:r>
            <a:r>
              <a:rPr sz="1600" spc="-10" dirty="0">
                <a:latin typeface="Calibri"/>
                <a:cs typeface="Calibri"/>
              </a:rPr>
              <a:t>D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4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oject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v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sp</a:t>
            </a:r>
            <a:r>
              <a:rPr sz="1600" spc="-10" dirty="0">
                <a:latin typeface="Calibri"/>
                <a:cs typeface="Calibri"/>
              </a:rPr>
              <a:t>ace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286000"/>
            <a:ext cx="1498600" cy="1092200"/>
          </a:xfrm>
          <a:prstGeom prst="rect">
            <a:avLst/>
          </a:prstGeom>
        </p:spPr>
      </p:pic>
      <p:pic>
        <p:nvPicPr>
          <p:cNvPr id="40" name="Imagen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343400"/>
            <a:ext cx="1892300" cy="876300"/>
          </a:xfrm>
          <a:prstGeom prst="rect">
            <a:avLst/>
          </a:prstGeom>
        </p:spPr>
      </p:pic>
      <p:pic>
        <p:nvPicPr>
          <p:cNvPr id="41" name="Imagen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5410200"/>
            <a:ext cx="1892300" cy="1028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847C15-086E-C440-AD4E-8317F46DBAA0}"/>
                  </a:ext>
                </a:extLst>
              </p14:cNvPr>
              <p14:cNvContentPartPr/>
              <p14:nvPr/>
            </p14:nvContentPartPr>
            <p14:xfrm>
              <a:off x="2091600" y="3737880"/>
              <a:ext cx="6330960" cy="2849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847C15-086E-C440-AD4E-8317F46DBA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75400" y="3721680"/>
                <a:ext cx="6363360" cy="288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4" grpId="0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300">
              <a:lnSpc>
                <a:spcPct val="100000"/>
              </a:lnSpc>
            </a:pPr>
            <a:r>
              <a:rPr spc="-5" dirty="0"/>
              <a:t>E</a:t>
            </a:r>
            <a:r>
              <a:rPr spc="-70" dirty="0"/>
              <a:t>x</a:t>
            </a:r>
            <a:r>
              <a:rPr dirty="0"/>
              <a:t>am</a:t>
            </a:r>
            <a:r>
              <a:rPr spc="10" dirty="0"/>
              <a:t>p</a:t>
            </a:r>
            <a:r>
              <a:rPr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9669"/>
            <a:ext cx="7846059" cy="803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180" dirty="0">
                <a:latin typeface="Calibri"/>
                <a:cs typeface="Calibri"/>
              </a:rPr>
              <a:t>T</a:t>
            </a:r>
            <a:r>
              <a:rPr sz="2800" spc="-75" dirty="0">
                <a:latin typeface="Calibri"/>
                <a:cs typeface="Calibri"/>
              </a:rPr>
              <a:t>r</a:t>
            </a:r>
            <a:r>
              <a:rPr sz="2800" spc="-15" dirty="0">
                <a:latin typeface="Calibri"/>
                <a:cs typeface="Calibri"/>
              </a:rPr>
              <a:t>an</a:t>
            </a:r>
            <a:r>
              <a:rPr sz="2800" spc="-45" dirty="0">
                <a:latin typeface="Calibri"/>
                <a:cs typeface="Calibri"/>
              </a:rPr>
              <a:t>s</a:t>
            </a:r>
            <a:r>
              <a:rPr sz="2800" spc="-75" dirty="0">
                <a:latin typeface="Calibri"/>
                <a:cs typeface="Calibri"/>
              </a:rPr>
              <a:t>f</a:t>
            </a:r>
            <a:r>
              <a:rPr sz="2800" spc="-20" dirty="0">
                <a:latin typeface="Calibri"/>
                <a:cs typeface="Calibri"/>
              </a:rPr>
              <a:t>or</a:t>
            </a:r>
            <a:r>
              <a:rPr sz="2800" spc="-25" dirty="0">
                <a:latin typeface="Calibri"/>
                <a:cs typeface="Calibri"/>
              </a:rPr>
              <a:t>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poi</a:t>
            </a:r>
            <a:r>
              <a:rPr sz="2800" spc="-45" dirty="0">
                <a:latin typeface="Calibri"/>
                <a:cs typeface="Calibri"/>
              </a:rPr>
              <a:t>n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x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=</a:t>
            </a:r>
            <a:r>
              <a:rPr sz="2800" spc="-5" dirty="0">
                <a:latin typeface="Calibri"/>
                <a:cs typeface="Calibri"/>
              </a:rPr>
              <a:t> (</a:t>
            </a:r>
            <a:r>
              <a:rPr sz="2800" spc="-15" dirty="0">
                <a:latin typeface="Calibri"/>
                <a:cs typeface="Calibri"/>
              </a:rPr>
              <a:t>10,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20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sz="2775" i="1" spc="7" baseline="25525" dirty="0">
                <a:latin typeface="Calibri"/>
                <a:cs typeface="Calibri"/>
              </a:rPr>
              <a:t>T</a:t>
            </a:r>
            <a:r>
              <a:rPr sz="2775" i="1" baseline="25525" dirty="0">
                <a:latin typeface="Calibri"/>
                <a:cs typeface="Calibri"/>
              </a:rPr>
              <a:t> </a:t>
            </a:r>
            <a:r>
              <a:rPr sz="2775" i="1" spc="-270" baseline="255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usin</a:t>
            </a:r>
            <a:r>
              <a:rPr sz="2800" spc="-15" dirty="0">
                <a:latin typeface="Calibri"/>
                <a:cs typeface="Calibri"/>
              </a:rPr>
              <a:t>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2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35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tion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 </a:t>
            </a:r>
            <a:r>
              <a:rPr sz="2800" spc="-15" dirty="0">
                <a:latin typeface="Calibri"/>
                <a:cs typeface="Calibri"/>
              </a:rPr>
              <a:t>45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deg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15" dirty="0">
                <a:latin typeface="Calibri"/>
                <a:cs typeface="Calibri"/>
              </a:rPr>
              <a:t>ees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</a:t>
            </a:r>
            <a:r>
              <a:rPr sz="2800" spc="-80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ans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3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 </a:t>
            </a:r>
            <a:r>
              <a:rPr sz="2800" spc="-20" dirty="0">
                <a:latin typeface="Calibri"/>
                <a:cs typeface="Calibri"/>
              </a:rPr>
              <a:t>(+40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-30).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4681" y="6465214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0CB8F8D-E3F6-DC42-AB28-7F0194E2123F}"/>
                  </a:ext>
                </a:extLst>
              </p14:cNvPr>
              <p14:cNvContentPartPr/>
              <p14:nvPr/>
            </p14:nvContentPartPr>
            <p14:xfrm>
              <a:off x="656280" y="1748520"/>
              <a:ext cx="8475480" cy="5063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0CB8F8D-E3F6-DC42-AB28-7F0194E212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080" y="1732320"/>
                <a:ext cx="8507880" cy="509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300">
              <a:lnSpc>
                <a:spcPct val="100000"/>
              </a:lnSpc>
            </a:pPr>
            <a:r>
              <a:rPr spc="-5" dirty="0"/>
              <a:t>E</a:t>
            </a:r>
            <a:r>
              <a:rPr spc="-70" dirty="0"/>
              <a:t>x</a:t>
            </a:r>
            <a:r>
              <a:rPr dirty="0"/>
              <a:t>am</a:t>
            </a:r>
            <a:r>
              <a:rPr spc="10" dirty="0"/>
              <a:t>p</a:t>
            </a:r>
            <a:r>
              <a:rPr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3178"/>
            <a:ext cx="7458075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50" dirty="0">
                <a:latin typeface="Calibri"/>
                <a:cs typeface="Calibri"/>
              </a:rPr>
              <a:t>T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20" dirty="0">
                <a:latin typeface="Calibri"/>
                <a:cs typeface="Calibri"/>
              </a:rPr>
              <a:t>orm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poi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x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(10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2</a:t>
            </a:r>
            <a:r>
              <a:rPr sz="2400" spc="-25" dirty="0">
                <a:latin typeface="Calibri"/>
                <a:cs typeface="Calibri"/>
              </a:rPr>
              <a:t>0</a:t>
            </a:r>
            <a:r>
              <a:rPr sz="2400" spc="5" dirty="0">
                <a:latin typeface="Calibri"/>
                <a:cs typeface="Calibri"/>
              </a:rPr>
              <a:t>)</a:t>
            </a:r>
            <a:r>
              <a:rPr sz="2400" spc="-15" baseline="24305" dirty="0">
                <a:latin typeface="Calibri"/>
                <a:cs typeface="Calibri"/>
              </a:rPr>
              <a:t>T</a:t>
            </a:r>
            <a:r>
              <a:rPr sz="2400" spc="247" baseline="243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</a:t>
            </a:r>
            <a:r>
              <a:rPr sz="2400" dirty="0">
                <a:latin typeface="Calibri"/>
                <a:cs typeface="Calibri"/>
              </a:rPr>
              <a:t>g 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30" dirty="0">
                <a:latin typeface="Calibri"/>
                <a:cs typeface="Calibri"/>
              </a:rPr>
              <a:t>4</a:t>
            </a:r>
            <a:r>
              <a:rPr sz="2400" spc="-15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deg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 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ansl</a:t>
            </a:r>
            <a:r>
              <a:rPr sz="2400" spc="-3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ti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spc="5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15" dirty="0">
                <a:latin typeface="Calibri"/>
                <a:cs typeface="Calibri"/>
              </a:rPr>
              <a:t>0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-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15" dirty="0">
                <a:latin typeface="Calibri"/>
                <a:cs typeface="Calibri"/>
              </a:rPr>
              <a:t>0</a:t>
            </a:r>
            <a:r>
              <a:rPr sz="2400" spc="-5" dirty="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Solution: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2515759"/>
            <a:ext cx="4039235" cy="661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Arial"/>
              <a:buChar char="–"/>
              <a:tabLst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Th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-5" dirty="0">
                <a:latin typeface="Calibri"/>
                <a:cs typeface="Calibri"/>
              </a:rPr>
              <a:t>poi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homo</a:t>
            </a:r>
            <a:r>
              <a:rPr sz="2000" spc="-1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eneous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oo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Th</a:t>
            </a:r>
            <a:r>
              <a:rPr sz="2000" dirty="0">
                <a:latin typeface="Calibri"/>
                <a:cs typeface="Calibri"/>
              </a:rPr>
              <a:t>e 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-4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spc="-2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tion m</a:t>
            </a:r>
            <a:r>
              <a:rPr sz="2000" spc="-3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tr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4344947"/>
            <a:ext cx="2738755" cy="295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085" algn="l"/>
              </a:tabLst>
            </a:pPr>
            <a:r>
              <a:rPr sz="2000" dirty="0">
                <a:latin typeface="Arial"/>
                <a:cs typeface="Arial"/>
              </a:rPr>
              <a:t>–	</a:t>
            </a:r>
            <a:r>
              <a:rPr sz="2000" spc="-125" dirty="0">
                <a:latin typeface="Calibri"/>
                <a:cs typeface="Calibri"/>
              </a:rPr>
              <a:t>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spc="-4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15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poi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1683" y="2418368"/>
            <a:ext cx="137604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75" spc="-1627" baseline="21680" dirty="0">
                <a:latin typeface="Times New Roman"/>
                <a:cs typeface="Times New Roman"/>
              </a:rPr>
              <a:t>~</a:t>
            </a:r>
            <a:r>
              <a:rPr sz="2050" i="1" spc="-10" dirty="0">
                <a:latin typeface="Times New Roman"/>
                <a:cs typeface="Times New Roman"/>
              </a:rPr>
              <a:t>x</a:t>
            </a:r>
            <a:r>
              <a:rPr sz="2050" i="1" spc="165" dirty="0">
                <a:latin typeface="Times New Roman"/>
                <a:cs typeface="Times New Roman"/>
              </a:rPr>
              <a:t> </a:t>
            </a:r>
            <a:r>
              <a:rPr sz="2050" spc="-944" dirty="0">
                <a:latin typeface="Symbol"/>
                <a:cs typeface="Symbol"/>
              </a:rPr>
              <a:t></a:t>
            </a:r>
            <a:r>
              <a:rPr sz="2050" spc="-80" dirty="0">
                <a:latin typeface="Symbol"/>
                <a:cs typeface="Symbol"/>
              </a:rPr>
              <a:t> </a:t>
            </a:r>
            <a:r>
              <a:rPr sz="2700" spc="-2315" dirty="0">
                <a:latin typeface="Symbol"/>
                <a:cs typeface="Symbol"/>
              </a:rPr>
              <a:t></a:t>
            </a:r>
            <a:r>
              <a:rPr sz="2050" spc="-20" dirty="0">
                <a:latin typeface="Times New Roman"/>
                <a:cs typeface="Times New Roman"/>
              </a:rPr>
              <a:t>1</a:t>
            </a:r>
            <a:r>
              <a:rPr sz="2050" spc="-50" dirty="0">
                <a:latin typeface="Times New Roman"/>
                <a:cs typeface="Times New Roman"/>
              </a:rPr>
              <a:t>0</a:t>
            </a:r>
            <a:r>
              <a:rPr sz="2050" spc="20" dirty="0">
                <a:latin typeface="Times New Roman"/>
                <a:cs typeface="Times New Roman"/>
              </a:rPr>
              <a:t>,</a:t>
            </a:r>
            <a:r>
              <a:rPr sz="2050" spc="-20" dirty="0">
                <a:latin typeface="Times New Roman"/>
                <a:cs typeface="Times New Roman"/>
              </a:rPr>
              <a:t>2</a:t>
            </a:r>
            <a:r>
              <a:rPr sz="2050" spc="-50" dirty="0">
                <a:latin typeface="Times New Roman"/>
                <a:cs typeface="Times New Roman"/>
              </a:rPr>
              <a:t>0</a:t>
            </a:r>
            <a:r>
              <a:rPr sz="2050" spc="-204" dirty="0">
                <a:latin typeface="Times New Roman"/>
                <a:cs typeface="Times New Roman"/>
              </a:rPr>
              <a:t>,</a:t>
            </a:r>
            <a:r>
              <a:rPr sz="2050" spc="-114" dirty="0">
                <a:latin typeface="Times New Roman"/>
                <a:cs typeface="Times New Roman"/>
              </a:rPr>
              <a:t>1</a:t>
            </a:r>
            <a:r>
              <a:rPr sz="2700" spc="-2190" dirty="0">
                <a:latin typeface="Symbol"/>
                <a:cs typeface="Symbol"/>
              </a:rPr>
              <a:t></a:t>
            </a:r>
            <a:r>
              <a:rPr sz="1800" i="1" spc="-15" baseline="48611" dirty="0">
                <a:latin typeface="Times New Roman"/>
                <a:cs typeface="Times New Roman"/>
              </a:rPr>
              <a:t>T</a:t>
            </a:r>
            <a:endParaRPr sz="1800" baseline="486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5084" y="3731887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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4161" y="3237208"/>
            <a:ext cx="1058545" cy="78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1400"/>
              </a:lnSpc>
              <a:tabLst>
                <a:tab pos="694055" algn="l"/>
              </a:tabLst>
            </a:pPr>
            <a:r>
              <a:rPr sz="1450" spc="-500" dirty="0">
                <a:latin typeface="Symbol"/>
                <a:cs typeface="Symbol"/>
              </a:rPr>
              <a:t></a:t>
            </a:r>
            <a:r>
              <a:rPr sz="1450" spc="5" dirty="0">
                <a:latin typeface="Times New Roman"/>
                <a:cs typeface="Times New Roman"/>
              </a:rPr>
              <a:t>.707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5" dirty="0">
                <a:latin typeface="Times New Roman"/>
                <a:cs typeface="Times New Roman"/>
              </a:rPr>
              <a:t>40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-105" dirty="0">
                <a:latin typeface="Times New Roman"/>
                <a:cs typeface="Times New Roman"/>
              </a:rPr>
              <a:t> </a:t>
            </a:r>
            <a:r>
              <a:rPr sz="2175" spc="-1327" baseline="-3831" dirty="0">
                <a:latin typeface="Symbol"/>
                <a:cs typeface="Symbol"/>
              </a:rPr>
              <a:t></a:t>
            </a:r>
            <a:endParaRPr sz="2175" baseline="-3831">
              <a:latin typeface="Symbol"/>
              <a:cs typeface="Symbol"/>
            </a:endParaRPr>
          </a:p>
          <a:p>
            <a:pPr marR="5080" algn="r">
              <a:lnSpc>
                <a:spcPts val="1110"/>
              </a:lnSpc>
            </a:pPr>
            <a:r>
              <a:rPr sz="1450" spc="-885" dirty="0">
                <a:latin typeface="Symbol"/>
                <a:cs typeface="Symbol"/>
              </a:rPr>
              <a:t></a:t>
            </a:r>
            <a:endParaRPr sz="1450">
              <a:latin typeface="Symbol"/>
              <a:cs typeface="Symbol"/>
            </a:endParaRPr>
          </a:p>
          <a:p>
            <a:pPr marR="5080" algn="r">
              <a:lnSpc>
                <a:spcPts val="1450"/>
              </a:lnSpc>
              <a:tabLst>
                <a:tab pos="574040" algn="l"/>
              </a:tabLst>
            </a:pPr>
            <a:r>
              <a:rPr sz="1450" spc="5" dirty="0">
                <a:latin typeface="Times New Roman"/>
                <a:cs typeface="Times New Roman"/>
              </a:rPr>
              <a:t>.707	</a:t>
            </a:r>
            <a:r>
              <a:rPr sz="1450" spc="-655" dirty="0">
                <a:latin typeface="Symbol"/>
                <a:cs typeface="Symbol"/>
              </a:rPr>
              <a:t></a:t>
            </a:r>
            <a:r>
              <a:rPr sz="1450" spc="-160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3</a:t>
            </a:r>
            <a:r>
              <a:rPr sz="1450" spc="120" dirty="0">
                <a:latin typeface="Times New Roman"/>
                <a:cs typeface="Times New Roman"/>
              </a:rPr>
              <a:t>0</a:t>
            </a:r>
            <a:r>
              <a:rPr sz="2175" spc="-1327" baseline="-9578" dirty="0">
                <a:latin typeface="Symbol"/>
                <a:cs typeface="Symbol"/>
              </a:rPr>
              <a:t></a:t>
            </a:r>
            <a:endParaRPr sz="2175" baseline="-9578">
              <a:latin typeface="Symbol"/>
              <a:cs typeface="Symbol"/>
            </a:endParaRPr>
          </a:p>
          <a:p>
            <a:pPr marL="191135">
              <a:lnSpc>
                <a:spcPct val="100000"/>
              </a:lnSpc>
              <a:spcBef>
                <a:spcPts val="480"/>
              </a:spcBef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5084" y="3852365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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0421" y="3731887"/>
            <a:ext cx="352425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335" algn="l"/>
              </a:tabLst>
            </a:pPr>
            <a:r>
              <a:rPr sz="1450" spc="-885" dirty="0">
                <a:latin typeface="Symbol"/>
                <a:cs typeface="Symbol"/>
              </a:rPr>
              <a:t>	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9376" y="3519326"/>
            <a:ext cx="102171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655" dirty="0">
                <a:latin typeface="Symbol"/>
                <a:cs typeface="Symbol"/>
              </a:rPr>
              <a:t></a:t>
            </a:r>
            <a:r>
              <a:rPr sz="1450" spc="-160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3</a:t>
            </a:r>
            <a:r>
              <a:rPr sz="1450" spc="120" dirty="0">
                <a:latin typeface="Times New Roman"/>
                <a:cs typeface="Times New Roman"/>
              </a:rPr>
              <a:t>0</a:t>
            </a:r>
            <a:r>
              <a:rPr sz="2175" spc="-1327" baseline="-9578" dirty="0">
                <a:latin typeface="Symbol"/>
                <a:cs typeface="Symbol"/>
              </a:rPr>
              <a:t></a:t>
            </a:r>
            <a:r>
              <a:rPr sz="2175" spc="-44" baseline="-9578" dirty="0">
                <a:latin typeface="Symbol"/>
                <a:cs typeface="Symbol"/>
              </a:rPr>
              <a:t> </a:t>
            </a:r>
            <a:r>
              <a:rPr sz="1450" spc="-655" dirty="0">
                <a:latin typeface="Symbol"/>
                <a:cs typeface="Symbol"/>
              </a:rPr>
              <a:t></a:t>
            </a:r>
            <a:r>
              <a:rPr sz="1450" spc="-70" dirty="0">
                <a:latin typeface="Symbol"/>
                <a:cs typeface="Symbol"/>
              </a:rPr>
              <a:t> </a:t>
            </a:r>
            <a:r>
              <a:rPr sz="2175" spc="-1214" baseline="-9578" dirty="0">
                <a:latin typeface="Symbol"/>
                <a:cs typeface="Symbol"/>
              </a:rPr>
              <a:t></a:t>
            </a:r>
            <a:r>
              <a:rPr sz="1450" spc="5" dirty="0">
                <a:latin typeface="Times New Roman"/>
                <a:cs typeface="Times New Roman"/>
              </a:rPr>
              <a:t>.707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0421" y="3371417"/>
            <a:ext cx="352425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335" algn="l"/>
              </a:tabLst>
            </a:pPr>
            <a:r>
              <a:rPr sz="1450" spc="-885" dirty="0">
                <a:latin typeface="Symbol"/>
                <a:cs typeface="Symbol"/>
              </a:rPr>
              <a:t>	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0421" y="3852365"/>
            <a:ext cx="352425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7335" algn="l"/>
              </a:tabLst>
            </a:pPr>
            <a:r>
              <a:rPr sz="1450" spc="-885" dirty="0">
                <a:latin typeface="Symbol"/>
                <a:cs typeface="Symbol"/>
              </a:rPr>
              <a:t>	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63826" y="3240211"/>
            <a:ext cx="95758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4035" algn="l"/>
              </a:tabLst>
            </a:pPr>
            <a:r>
              <a:rPr sz="1450" spc="5" dirty="0">
                <a:latin typeface="Times New Roman"/>
                <a:cs typeface="Times New Roman"/>
              </a:rPr>
              <a:t>40 </a:t>
            </a:r>
            <a:r>
              <a:rPr sz="1450" spc="-105" dirty="0">
                <a:latin typeface="Times New Roman"/>
                <a:cs typeface="Times New Roman"/>
              </a:rPr>
              <a:t> </a:t>
            </a:r>
            <a:r>
              <a:rPr sz="2175" spc="-1327" baseline="-3831" dirty="0">
                <a:latin typeface="Symbol"/>
                <a:cs typeface="Symbol"/>
              </a:rPr>
              <a:t></a:t>
            </a:r>
            <a:r>
              <a:rPr sz="2175" baseline="-3831" dirty="0">
                <a:latin typeface="Symbol"/>
                <a:cs typeface="Symbol"/>
              </a:rPr>
              <a:t>	</a:t>
            </a:r>
            <a:r>
              <a:rPr sz="2175" spc="-1214" baseline="-3831" dirty="0">
                <a:latin typeface="Symbol"/>
                <a:cs typeface="Symbol"/>
              </a:rPr>
              <a:t></a:t>
            </a:r>
            <a:r>
              <a:rPr sz="1450" spc="5" dirty="0">
                <a:latin typeface="Times New Roman"/>
                <a:cs typeface="Times New Roman"/>
              </a:rPr>
              <a:t>.707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31627" y="3731887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76740" y="3515400"/>
            <a:ext cx="8210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75" spc="-2182" baseline="-21072" dirty="0">
                <a:latin typeface="Symbol"/>
                <a:cs typeface="Symbol"/>
              </a:rPr>
              <a:t></a:t>
            </a:r>
            <a:r>
              <a:rPr sz="2175" spc="-1327" baseline="1915" dirty="0">
                <a:latin typeface="Symbol"/>
                <a:cs typeface="Symbol"/>
              </a:rPr>
              <a:t></a:t>
            </a:r>
            <a:r>
              <a:rPr sz="2175" spc="-44" baseline="1915" dirty="0">
                <a:latin typeface="Symbol"/>
                <a:cs typeface="Symbol"/>
              </a:rPr>
              <a:t> </a:t>
            </a:r>
            <a:r>
              <a:rPr sz="1450" spc="-655" dirty="0">
                <a:latin typeface="Symbol"/>
                <a:cs typeface="Symbol"/>
              </a:rPr>
              <a:t></a:t>
            </a:r>
            <a:r>
              <a:rPr sz="1450" spc="-70" dirty="0">
                <a:latin typeface="Symbol"/>
                <a:cs typeface="Symbol"/>
              </a:rPr>
              <a:t> </a:t>
            </a:r>
            <a:r>
              <a:rPr sz="2175" spc="-1327" baseline="-9578" dirty="0">
                <a:latin typeface="Symbol"/>
                <a:cs typeface="Symbol"/>
              </a:rPr>
              <a:t></a:t>
            </a:r>
            <a:r>
              <a:rPr sz="2175" spc="-202" baseline="-9578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sin</a:t>
            </a:r>
            <a:r>
              <a:rPr sz="1450" spc="-10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45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1627" y="3371417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31627" y="3852365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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31627" y="3240211"/>
            <a:ext cx="57912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75" spc="-1110" baseline="-3831" dirty="0">
                <a:latin typeface="Symbol"/>
                <a:cs typeface="Symbol"/>
              </a:rPr>
              <a:t></a:t>
            </a:r>
            <a:r>
              <a:rPr sz="1450" spc="5" dirty="0">
                <a:latin typeface="Times New Roman"/>
                <a:cs typeface="Times New Roman"/>
              </a:rPr>
              <a:t>cos</a:t>
            </a:r>
            <a:r>
              <a:rPr sz="1450" spc="-16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45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58173" y="3237208"/>
            <a:ext cx="594360" cy="78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 marR="5080" indent="-50800">
              <a:lnSpc>
                <a:spcPct val="127699"/>
              </a:lnSpc>
              <a:buFont typeface="Symbol"/>
              <a:buChar char=""/>
              <a:tabLst>
                <a:tab pos="141605" algn="l"/>
              </a:tabLst>
            </a:pPr>
            <a:r>
              <a:rPr sz="1450" spc="5" dirty="0">
                <a:latin typeface="Times New Roman"/>
                <a:cs typeface="Times New Roman"/>
              </a:rPr>
              <a:t>sin</a:t>
            </a:r>
            <a:r>
              <a:rPr sz="1450" spc="-10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45 cos</a:t>
            </a:r>
            <a:r>
              <a:rPr sz="1450" spc="-16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45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49801" y="3666312"/>
            <a:ext cx="72453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1020" algn="l"/>
              </a:tabLst>
            </a:pPr>
            <a:r>
              <a:rPr sz="2175" spc="-1327" baseline="-13409" dirty="0">
                <a:latin typeface="Symbol"/>
                <a:cs typeface="Symbol"/>
              </a:rPr>
              <a:t></a:t>
            </a:r>
            <a:r>
              <a:rPr sz="2175" spc="-322" baseline="-13409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0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0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35" dirty="0">
                <a:latin typeface="Times New Roman"/>
                <a:cs typeface="Times New Roman"/>
              </a:rPr>
              <a:t>1</a:t>
            </a:r>
            <a:r>
              <a:rPr sz="2175" spc="-1327" baseline="-13409" dirty="0">
                <a:latin typeface="Symbol"/>
                <a:cs typeface="Symbol"/>
              </a:rPr>
              <a:t></a:t>
            </a:r>
            <a:endParaRPr sz="2175" baseline="-13409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49801" y="3384209"/>
            <a:ext cx="72453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54355" algn="l"/>
              </a:tabLst>
            </a:pPr>
            <a:r>
              <a:rPr sz="2175" spc="-1327" baseline="-3831" dirty="0">
                <a:latin typeface="Symbol"/>
                <a:cs typeface="Symbol"/>
              </a:rPr>
              <a:t> </a:t>
            </a:r>
            <a:r>
              <a:rPr sz="2175" spc="-52" baseline="-3831" dirty="0">
                <a:latin typeface="Symbol"/>
                <a:cs typeface="Symbol"/>
              </a:rPr>
              <a:t> </a:t>
            </a:r>
            <a:r>
              <a:rPr sz="1450" b="1" spc="10" dirty="0">
                <a:latin typeface="Times New Roman"/>
                <a:cs typeface="Times New Roman"/>
              </a:rPr>
              <a:t>R</a:t>
            </a:r>
            <a:r>
              <a:rPr sz="1450" b="1" dirty="0">
                <a:latin typeface="Times New Roman"/>
                <a:cs typeface="Times New Roman"/>
              </a:rPr>
              <a:t>	t</a:t>
            </a:r>
            <a:r>
              <a:rPr sz="1450" b="1" spc="-190" dirty="0">
                <a:latin typeface="Times New Roman"/>
                <a:cs typeface="Times New Roman"/>
              </a:rPr>
              <a:t> </a:t>
            </a:r>
            <a:r>
              <a:rPr sz="2175" spc="-1327" baseline="-3831" dirty="0">
                <a:latin typeface="Symbol"/>
                <a:cs typeface="Symbol"/>
              </a:rPr>
              <a:t></a:t>
            </a:r>
            <a:endParaRPr sz="2175" baseline="-3831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15815" y="3515400"/>
            <a:ext cx="4318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10" dirty="0">
                <a:latin typeface="Times New Roman"/>
                <a:cs typeface="Times New Roman"/>
              </a:rPr>
              <a:t>H </a:t>
            </a:r>
            <a:r>
              <a:rPr sz="1450" spc="-655" dirty="0">
                <a:latin typeface="Symbol"/>
                <a:cs typeface="Symbol"/>
              </a:rPr>
              <a:t></a:t>
            </a:r>
            <a:r>
              <a:rPr sz="1450" spc="-70" dirty="0">
                <a:latin typeface="Symbol"/>
                <a:cs typeface="Symbol"/>
              </a:rPr>
              <a:t> </a:t>
            </a:r>
            <a:r>
              <a:rPr sz="2175" spc="-2182" baseline="-21072" dirty="0">
                <a:latin typeface="Symbol"/>
                <a:cs typeface="Symbol"/>
              </a:rPr>
              <a:t></a:t>
            </a:r>
            <a:r>
              <a:rPr sz="2175" spc="-1327" baseline="1915" dirty="0">
                <a:latin typeface="Symbol"/>
                <a:cs typeface="Symbol"/>
              </a:rPr>
              <a:t></a:t>
            </a:r>
            <a:endParaRPr sz="2175" baseline="1915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12429" y="3804436"/>
            <a:ext cx="1193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90382" y="3804436"/>
            <a:ext cx="1193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7767" y="3804436"/>
            <a:ext cx="1193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05545" y="3804436"/>
            <a:ext cx="1193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88967" y="5255849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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71041" y="5043288"/>
            <a:ext cx="151574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655" dirty="0">
                <a:latin typeface="Symbol"/>
                <a:cs typeface="Symbol"/>
              </a:rPr>
              <a:t></a:t>
            </a:r>
            <a:r>
              <a:rPr sz="1450" spc="-160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3</a:t>
            </a:r>
            <a:r>
              <a:rPr sz="1450" spc="120" dirty="0">
                <a:latin typeface="Times New Roman"/>
                <a:cs typeface="Times New Roman"/>
              </a:rPr>
              <a:t>0</a:t>
            </a:r>
            <a:r>
              <a:rPr sz="2175" spc="-1350" baseline="-9578" dirty="0">
                <a:latin typeface="Symbol"/>
                <a:cs typeface="Symbol"/>
              </a:rPr>
              <a:t></a:t>
            </a:r>
            <a:r>
              <a:rPr sz="2175" spc="-1327" baseline="-9578" dirty="0">
                <a:latin typeface="Symbol"/>
                <a:cs typeface="Symbol"/>
              </a:rPr>
              <a:t></a:t>
            </a:r>
            <a:r>
              <a:rPr sz="2175" spc="-292" baseline="-9578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2</a:t>
            </a:r>
            <a:r>
              <a:rPr sz="1450" spc="120" dirty="0">
                <a:latin typeface="Times New Roman"/>
                <a:cs typeface="Times New Roman"/>
              </a:rPr>
              <a:t>0</a:t>
            </a:r>
            <a:r>
              <a:rPr sz="2175" spc="-1327" baseline="-9578" dirty="0">
                <a:latin typeface="Symbol"/>
                <a:cs typeface="Symbol"/>
              </a:rPr>
              <a:t></a:t>
            </a:r>
            <a:r>
              <a:rPr sz="2175" spc="-44" baseline="-9578" dirty="0">
                <a:latin typeface="Symbol"/>
                <a:cs typeface="Symbol"/>
              </a:rPr>
              <a:t> </a:t>
            </a:r>
            <a:r>
              <a:rPr sz="1450" spc="-655" dirty="0">
                <a:latin typeface="Symbol"/>
                <a:cs typeface="Symbol"/>
              </a:rPr>
              <a:t></a:t>
            </a:r>
            <a:r>
              <a:rPr sz="1450" spc="-70" dirty="0">
                <a:latin typeface="Symbol"/>
                <a:cs typeface="Symbol"/>
              </a:rPr>
              <a:t> </a:t>
            </a:r>
            <a:r>
              <a:rPr sz="2175" spc="-1072" baseline="-9578" dirty="0">
                <a:latin typeface="Symbol"/>
                <a:cs typeface="Symbol"/>
              </a:rPr>
              <a:t></a:t>
            </a:r>
            <a:r>
              <a:rPr sz="1450" spc="-655" dirty="0">
                <a:latin typeface="Symbol"/>
                <a:cs typeface="Symbol"/>
              </a:rPr>
              <a:t></a:t>
            </a:r>
            <a:r>
              <a:rPr sz="1450" spc="-185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8.</a:t>
            </a:r>
            <a:r>
              <a:rPr sz="1450" spc="95" dirty="0">
                <a:latin typeface="Times New Roman"/>
                <a:cs typeface="Times New Roman"/>
              </a:rPr>
              <a:t>8</a:t>
            </a:r>
            <a:r>
              <a:rPr sz="2175" spc="-1327" baseline="-9578" dirty="0">
                <a:latin typeface="Symbol"/>
                <a:cs typeface="Symbol"/>
              </a:rPr>
              <a:t></a:t>
            </a:r>
            <a:endParaRPr sz="2175" baseline="-9578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8967" y="4895379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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88967" y="5376327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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23160" y="4764173"/>
            <a:ext cx="56324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75" spc="-1327" baseline="-3831" dirty="0">
                <a:latin typeface="Symbol"/>
                <a:cs typeface="Symbol"/>
              </a:rPr>
              <a:t></a:t>
            </a:r>
            <a:r>
              <a:rPr sz="2175" spc="-150" baseline="-3831" dirty="0">
                <a:latin typeface="Symbol"/>
                <a:cs typeface="Symbol"/>
              </a:rPr>
              <a:t> </a:t>
            </a:r>
            <a:r>
              <a:rPr sz="1450" spc="5" dirty="0">
                <a:latin typeface="Times New Roman"/>
                <a:cs typeface="Times New Roman"/>
              </a:rPr>
              <a:t>32.9</a:t>
            </a:r>
            <a:r>
              <a:rPr sz="1450" spc="-110" dirty="0">
                <a:latin typeface="Times New Roman"/>
                <a:cs typeface="Times New Roman"/>
              </a:rPr>
              <a:t> </a:t>
            </a:r>
            <a:r>
              <a:rPr sz="2175" spc="-1327" baseline="-3831" dirty="0">
                <a:latin typeface="Symbol"/>
                <a:cs typeface="Symbol"/>
              </a:rPr>
              <a:t></a:t>
            </a:r>
            <a:endParaRPr sz="2175" baseline="-3831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02087" y="5255849"/>
            <a:ext cx="71882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8460" algn="l"/>
                <a:tab pos="633095" algn="l"/>
              </a:tabLst>
            </a:pPr>
            <a:r>
              <a:rPr sz="1450" spc="-900" dirty="0">
                <a:latin typeface="Symbol"/>
                <a:cs typeface="Symbol"/>
              </a:rPr>
              <a:t></a:t>
            </a:r>
            <a:r>
              <a:rPr sz="1450" spc="-885" dirty="0">
                <a:latin typeface="Symbol"/>
                <a:cs typeface="Symbol"/>
              </a:rPr>
              <a:t></a:t>
            </a:r>
            <a:r>
              <a:rPr sz="1450" dirty="0">
                <a:latin typeface="Symbol"/>
                <a:cs typeface="Symbol"/>
              </a:rPr>
              <a:t>	</a:t>
            </a:r>
            <a:r>
              <a:rPr sz="1450" spc="-885" dirty="0">
                <a:latin typeface="Symbol"/>
                <a:cs typeface="Symbol"/>
              </a:rPr>
              <a:t></a:t>
            </a:r>
            <a:r>
              <a:rPr sz="1450" dirty="0">
                <a:latin typeface="Symbol"/>
                <a:cs typeface="Symbol"/>
              </a:rPr>
              <a:t>	</a:t>
            </a:r>
            <a:r>
              <a:rPr sz="1450" spc="-885" dirty="0">
                <a:latin typeface="Symbol"/>
                <a:cs typeface="Symbol"/>
              </a:rPr>
              <a:t>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02087" y="4895379"/>
            <a:ext cx="71882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8460" algn="l"/>
                <a:tab pos="633095" algn="l"/>
              </a:tabLst>
            </a:pPr>
            <a:r>
              <a:rPr sz="1450" spc="-900" dirty="0">
                <a:latin typeface="Symbol"/>
                <a:cs typeface="Symbol"/>
              </a:rPr>
              <a:t></a:t>
            </a:r>
            <a:r>
              <a:rPr sz="1450" spc="-885" dirty="0">
                <a:latin typeface="Symbol"/>
                <a:cs typeface="Symbol"/>
              </a:rPr>
              <a:t></a:t>
            </a:r>
            <a:r>
              <a:rPr sz="1450" dirty="0">
                <a:latin typeface="Symbol"/>
                <a:cs typeface="Symbol"/>
              </a:rPr>
              <a:t>	</a:t>
            </a:r>
            <a:r>
              <a:rPr sz="1450" spc="-885" dirty="0">
                <a:latin typeface="Symbol"/>
                <a:cs typeface="Symbol"/>
              </a:rPr>
              <a:t></a:t>
            </a:r>
            <a:r>
              <a:rPr sz="1450" dirty="0">
                <a:latin typeface="Symbol"/>
                <a:cs typeface="Symbol"/>
              </a:rPr>
              <a:t>	</a:t>
            </a:r>
            <a:r>
              <a:rPr sz="1450" spc="-885" dirty="0">
                <a:latin typeface="Symbol"/>
                <a:cs typeface="Symbol"/>
              </a:rPr>
              <a:t>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2087" y="5328398"/>
            <a:ext cx="71882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3095" algn="l"/>
              </a:tabLst>
            </a:pPr>
            <a:r>
              <a:rPr sz="1450" spc="-900" dirty="0">
                <a:latin typeface="Symbol"/>
                <a:cs typeface="Symbol"/>
              </a:rPr>
              <a:t></a:t>
            </a:r>
            <a:r>
              <a:rPr sz="1450" spc="-885" dirty="0">
                <a:latin typeface="Symbol"/>
                <a:cs typeface="Symbol"/>
              </a:rPr>
              <a:t></a:t>
            </a:r>
            <a:r>
              <a:rPr sz="1450" spc="150" dirty="0">
                <a:latin typeface="Symbol"/>
                <a:cs typeface="Symbol"/>
              </a:rPr>
              <a:t> </a:t>
            </a:r>
            <a:r>
              <a:rPr sz="2175" spc="7" baseline="15325" dirty="0">
                <a:latin typeface="Times New Roman"/>
                <a:cs typeface="Times New Roman"/>
              </a:rPr>
              <a:t>1</a:t>
            </a:r>
            <a:r>
              <a:rPr sz="2175" spc="217" baseline="15325" dirty="0">
                <a:latin typeface="Times New Roman"/>
                <a:cs typeface="Times New Roman"/>
              </a:rPr>
              <a:t> </a:t>
            </a:r>
            <a:r>
              <a:rPr sz="1450" spc="-885" dirty="0">
                <a:latin typeface="Symbol"/>
                <a:cs typeface="Symbol"/>
              </a:rPr>
              <a:t></a:t>
            </a:r>
            <a:r>
              <a:rPr sz="1450" dirty="0">
                <a:latin typeface="Symbol"/>
                <a:cs typeface="Symbol"/>
              </a:rPr>
              <a:t>	</a:t>
            </a:r>
            <a:r>
              <a:rPr sz="1450" spc="-885" dirty="0">
                <a:latin typeface="Symbol"/>
                <a:cs typeface="Symbol"/>
              </a:rPr>
              <a:t>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41185" y="4761170"/>
            <a:ext cx="1424940" cy="78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06755" algn="l"/>
              </a:tabLst>
            </a:pPr>
            <a:r>
              <a:rPr sz="1450" spc="-500" dirty="0">
                <a:latin typeface="Symbol"/>
                <a:cs typeface="Symbol"/>
              </a:rPr>
              <a:t></a:t>
            </a:r>
            <a:r>
              <a:rPr sz="1450" spc="5" dirty="0">
                <a:latin typeface="Times New Roman"/>
                <a:cs typeface="Times New Roman"/>
              </a:rPr>
              <a:t>.707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spc="5" dirty="0">
                <a:latin typeface="Times New Roman"/>
                <a:cs typeface="Times New Roman"/>
              </a:rPr>
              <a:t>40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-105" dirty="0">
                <a:latin typeface="Times New Roman"/>
                <a:cs typeface="Times New Roman"/>
              </a:rPr>
              <a:t> </a:t>
            </a:r>
            <a:r>
              <a:rPr sz="2175" spc="-1350" baseline="-3831" dirty="0">
                <a:latin typeface="Symbol"/>
                <a:cs typeface="Symbol"/>
              </a:rPr>
              <a:t></a:t>
            </a:r>
            <a:r>
              <a:rPr sz="2175" spc="-1192" baseline="-3831" dirty="0">
                <a:latin typeface="Symbol"/>
                <a:cs typeface="Symbol"/>
              </a:rPr>
              <a:t></a:t>
            </a:r>
            <a:r>
              <a:rPr sz="1450" spc="5" dirty="0">
                <a:latin typeface="Times New Roman"/>
                <a:cs typeface="Times New Roman"/>
              </a:rPr>
              <a:t>10</a:t>
            </a:r>
            <a:r>
              <a:rPr sz="1450" spc="-170" dirty="0">
                <a:latin typeface="Times New Roman"/>
                <a:cs typeface="Times New Roman"/>
              </a:rPr>
              <a:t> </a:t>
            </a:r>
            <a:r>
              <a:rPr sz="2175" spc="-1327" baseline="-3831" dirty="0">
                <a:latin typeface="Symbol"/>
                <a:cs typeface="Symbol"/>
              </a:rPr>
              <a:t></a:t>
            </a:r>
            <a:endParaRPr sz="2175" baseline="-3831">
              <a:latin typeface="Symbol"/>
              <a:cs typeface="Symbol"/>
            </a:endParaRPr>
          </a:p>
          <a:p>
            <a:pPr marL="67945">
              <a:lnSpc>
                <a:spcPct val="100000"/>
              </a:lnSpc>
              <a:spcBef>
                <a:spcPts val="480"/>
              </a:spcBef>
            </a:pPr>
            <a:r>
              <a:rPr sz="1450" spc="5" dirty="0">
                <a:latin typeface="Times New Roman"/>
                <a:cs typeface="Times New Roman"/>
              </a:rPr>
              <a:t>.707</a:t>
            </a:r>
            <a:endParaRPr sz="1450">
              <a:latin typeface="Times New Roman"/>
              <a:cs typeface="Times New Roman"/>
            </a:endParaRPr>
          </a:p>
          <a:p>
            <a:pPr marR="939800" algn="ctr">
              <a:lnSpc>
                <a:spcPct val="100000"/>
              </a:lnSpc>
              <a:spcBef>
                <a:spcPts val="480"/>
              </a:spcBef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52330" y="5255849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15815" y="4972818"/>
            <a:ext cx="872490" cy="316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b="1" spc="10" dirty="0">
                <a:latin typeface="Times New Roman"/>
                <a:cs typeface="Times New Roman"/>
              </a:rPr>
              <a:t>H</a:t>
            </a:r>
            <a:r>
              <a:rPr sz="2175" spc="-1125" baseline="22988" dirty="0">
                <a:latin typeface="Times New Roman"/>
                <a:cs typeface="Times New Roman"/>
              </a:rPr>
              <a:t>~</a:t>
            </a:r>
            <a:r>
              <a:rPr sz="1450" b="1" spc="5" dirty="0">
                <a:latin typeface="Times New Roman"/>
                <a:cs typeface="Times New Roman"/>
              </a:rPr>
              <a:t>x</a:t>
            </a:r>
            <a:r>
              <a:rPr sz="1450" b="1" spc="25" dirty="0">
                <a:latin typeface="Times New Roman"/>
                <a:cs typeface="Times New Roman"/>
              </a:rPr>
              <a:t> </a:t>
            </a:r>
            <a:r>
              <a:rPr sz="1450" spc="-655" dirty="0">
                <a:latin typeface="Symbol"/>
                <a:cs typeface="Symbol"/>
              </a:rPr>
              <a:t></a:t>
            </a:r>
            <a:r>
              <a:rPr sz="1450" spc="-70" dirty="0">
                <a:latin typeface="Symbol"/>
                <a:cs typeface="Symbol"/>
              </a:rPr>
              <a:t> </a:t>
            </a:r>
            <a:r>
              <a:rPr sz="2175" spc="-1214" baseline="-9578" dirty="0">
                <a:latin typeface="Symbol"/>
                <a:cs typeface="Symbol"/>
              </a:rPr>
              <a:t></a:t>
            </a:r>
            <a:r>
              <a:rPr sz="1450" spc="5" dirty="0">
                <a:latin typeface="Times New Roman"/>
                <a:cs typeface="Times New Roman"/>
              </a:rPr>
              <a:t>.707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52330" y="4895379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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52330" y="5376327"/>
            <a:ext cx="9779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-885" dirty="0">
                <a:latin typeface="Symbol"/>
                <a:cs typeface="Symbol"/>
              </a:rPr>
              <a:t></a:t>
            </a:r>
            <a:endParaRPr sz="14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52330" y="4764173"/>
            <a:ext cx="435609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75" spc="-1214" baseline="-3831" dirty="0">
                <a:latin typeface="Symbol"/>
                <a:cs typeface="Symbol"/>
              </a:rPr>
              <a:t></a:t>
            </a:r>
            <a:r>
              <a:rPr sz="1450" spc="5" dirty="0">
                <a:latin typeface="Times New Roman"/>
                <a:cs typeface="Times New Roman"/>
              </a:rPr>
              <a:t>.707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45816" y="5328398"/>
            <a:ext cx="1193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79446" y="5328398"/>
            <a:ext cx="1193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57405" y="5328398"/>
            <a:ext cx="119380" cy="21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265289" y="2895600"/>
            <a:ext cx="100330" cy="914400"/>
          </a:xfrm>
          <a:custGeom>
            <a:avLst/>
            <a:gdLst/>
            <a:ahLst/>
            <a:cxnLst/>
            <a:rect l="l" t="t" r="r" b="b"/>
            <a:pathLst>
              <a:path w="100329" h="914400">
                <a:moveTo>
                  <a:pt x="49910" y="18777"/>
                </a:moveTo>
                <a:lnTo>
                  <a:pt x="45211" y="26833"/>
                </a:lnTo>
                <a:lnTo>
                  <a:pt x="45084" y="914400"/>
                </a:lnTo>
                <a:lnTo>
                  <a:pt x="54609" y="914400"/>
                </a:lnTo>
                <a:lnTo>
                  <a:pt x="54609" y="26833"/>
                </a:lnTo>
                <a:lnTo>
                  <a:pt x="49910" y="18777"/>
                </a:lnTo>
                <a:close/>
              </a:path>
              <a:path w="100329" h="914400">
                <a:moveTo>
                  <a:pt x="49910" y="0"/>
                </a:moveTo>
                <a:lnTo>
                  <a:pt x="1396" y="83185"/>
                </a:lnTo>
                <a:lnTo>
                  <a:pt x="0" y="85471"/>
                </a:lnTo>
                <a:lnTo>
                  <a:pt x="761" y="88391"/>
                </a:lnTo>
                <a:lnTo>
                  <a:pt x="3047" y="89788"/>
                </a:lnTo>
                <a:lnTo>
                  <a:pt x="5333" y="91059"/>
                </a:lnTo>
                <a:lnTo>
                  <a:pt x="8254" y="90297"/>
                </a:lnTo>
                <a:lnTo>
                  <a:pt x="9525" y="88011"/>
                </a:lnTo>
                <a:lnTo>
                  <a:pt x="45084" y="27051"/>
                </a:lnTo>
                <a:lnTo>
                  <a:pt x="45084" y="9398"/>
                </a:lnTo>
                <a:lnTo>
                  <a:pt x="55391" y="9398"/>
                </a:lnTo>
                <a:lnTo>
                  <a:pt x="49910" y="0"/>
                </a:lnTo>
                <a:close/>
              </a:path>
              <a:path w="100329" h="914400">
                <a:moveTo>
                  <a:pt x="55391" y="9398"/>
                </a:moveTo>
                <a:lnTo>
                  <a:pt x="54609" y="9398"/>
                </a:lnTo>
                <a:lnTo>
                  <a:pt x="54736" y="27051"/>
                </a:lnTo>
                <a:lnTo>
                  <a:pt x="90296" y="88011"/>
                </a:lnTo>
                <a:lnTo>
                  <a:pt x="91566" y="90297"/>
                </a:lnTo>
                <a:lnTo>
                  <a:pt x="94487" y="91059"/>
                </a:lnTo>
                <a:lnTo>
                  <a:pt x="96774" y="89788"/>
                </a:lnTo>
                <a:lnTo>
                  <a:pt x="99059" y="88391"/>
                </a:lnTo>
                <a:lnTo>
                  <a:pt x="99821" y="85471"/>
                </a:lnTo>
                <a:lnTo>
                  <a:pt x="98425" y="83185"/>
                </a:lnTo>
                <a:lnTo>
                  <a:pt x="55391" y="9398"/>
                </a:lnTo>
                <a:close/>
              </a:path>
              <a:path w="100329" h="914400">
                <a:moveTo>
                  <a:pt x="54609" y="9398"/>
                </a:moveTo>
                <a:lnTo>
                  <a:pt x="45084" y="9398"/>
                </a:lnTo>
                <a:lnTo>
                  <a:pt x="45084" y="27051"/>
                </a:lnTo>
                <a:lnTo>
                  <a:pt x="49910" y="18777"/>
                </a:lnTo>
                <a:lnTo>
                  <a:pt x="45846" y="11811"/>
                </a:lnTo>
                <a:lnTo>
                  <a:pt x="54609" y="11811"/>
                </a:lnTo>
                <a:lnTo>
                  <a:pt x="54609" y="9398"/>
                </a:lnTo>
                <a:close/>
              </a:path>
              <a:path w="100329" h="914400">
                <a:moveTo>
                  <a:pt x="54609" y="11811"/>
                </a:moveTo>
                <a:lnTo>
                  <a:pt x="53975" y="11811"/>
                </a:lnTo>
                <a:lnTo>
                  <a:pt x="49910" y="18777"/>
                </a:lnTo>
                <a:lnTo>
                  <a:pt x="54609" y="26833"/>
                </a:lnTo>
                <a:lnTo>
                  <a:pt x="54609" y="11811"/>
                </a:lnTo>
                <a:close/>
              </a:path>
              <a:path w="100329" h="914400">
                <a:moveTo>
                  <a:pt x="53975" y="11811"/>
                </a:moveTo>
                <a:lnTo>
                  <a:pt x="45846" y="11811"/>
                </a:lnTo>
                <a:lnTo>
                  <a:pt x="49910" y="18777"/>
                </a:lnTo>
                <a:lnTo>
                  <a:pt x="53975" y="1181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15200" y="3760089"/>
            <a:ext cx="914400" cy="100330"/>
          </a:xfrm>
          <a:custGeom>
            <a:avLst/>
            <a:gdLst/>
            <a:ahLst/>
            <a:cxnLst/>
            <a:rect l="l" t="t" r="r" b="b"/>
            <a:pathLst>
              <a:path w="914400" h="100329">
                <a:moveTo>
                  <a:pt x="895622" y="49911"/>
                </a:moveTo>
                <a:lnTo>
                  <a:pt x="826389" y="90297"/>
                </a:lnTo>
                <a:lnTo>
                  <a:pt x="824102" y="91567"/>
                </a:lnTo>
                <a:lnTo>
                  <a:pt x="823341" y="94487"/>
                </a:lnTo>
                <a:lnTo>
                  <a:pt x="824610" y="96774"/>
                </a:lnTo>
                <a:lnTo>
                  <a:pt x="826007" y="99060"/>
                </a:lnTo>
                <a:lnTo>
                  <a:pt x="828928" y="99822"/>
                </a:lnTo>
                <a:lnTo>
                  <a:pt x="831215" y="98425"/>
                </a:lnTo>
                <a:lnTo>
                  <a:pt x="906342" y="54610"/>
                </a:lnTo>
                <a:lnTo>
                  <a:pt x="905001" y="54610"/>
                </a:lnTo>
                <a:lnTo>
                  <a:pt x="905001" y="53975"/>
                </a:lnTo>
                <a:lnTo>
                  <a:pt x="902589" y="53975"/>
                </a:lnTo>
                <a:lnTo>
                  <a:pt x="895622" y="49911"/>
                </a:lnTo>
                <a:close/>
              </a:path>
              <a:path w="914400" h="100329">
                <a:moveTo>
                  <a:pt x="887349" y="45085"/>
                </a:moveTo>
                <a:lnTo>
                  <a:pt x="0" y="45085"/>
                </a:lnTo>
                <a:lnTo>
                  <a:pt x="0" y="54610"/>
                </a:lnTo>
                <a:lnTo>
                  <a:pt x="887566" y="54610"/>
                </a:lnTo>
                <a:lnTo>
                  <a:pt x="895622" y="49911"/>
                </a:lnTo>
                <a:lnTo>
                  <a:pt x="887349" y="45085"/>
                </a:lnTo>
                <a:close/>
              </a:path>
              <a:path w="914400" h="100329">
                <a:moveTo>
                  <a:pt x="906125" y="45085"/>
                </a:moveTo>
                <a:lnTo>
                  <a:pt x="905001" y="45085"/>
                </a:lnTo>
                <a:lnTo>
                  <a:pt x="905001" y="54610"/>
                </a:lnTo>
                <a:lnTo>
                  <a:pt x="906342" y="54610"/>
                </a:lnTo>
                <a:lnTo>
                  <a:pt x="914400" y="49911"/>
                </a:lnTo>
                <a:lnTo>
                  <a:pt x="906125" y="45085"/>
                </a:lnTo>
                <a:close/>
              </a:path>
              <a:path w="914400" h="100329">
                <a:moveTo>
                  <a:pt x="902589" y="45847"/>
                </a:moveTo>
                <a:lnTo>
                  <a:pt x="895622" y="49911"/>
                </a:lnTo>
                <a:lnTo>
                  <a:pt x="902589" y="53975"/>
                </a:lnTo>
                <a:lnTo>
                  <a:pt x="902589" y="45847"/>
                </a:lnTo>
                <a:close/>
              </a:path>
              <a:path w="914400" h="100329">
                <a:moveTo>
                  <a:pt x="905001" y="45847"/>
                </a:moveTo>
                <a:lnTo>
                  <a:pt x="902589" y="45847"/>
                </a:lnTo>
                <a:lnTo>
                  <a:pt x="902589" y="53975"/>
                </a:lnTo>
                <a:lnTo>
                  <a:pt x="905001" y="53975"/>
                </a:lnTo>
                <a:lnTo>
                  <a:pt x="905001" y="45847"/>
                </a:lnTo>
                <a:close/>
              </a:path>
              <a:path w="914400" h="100329">
                <a:moveTo>
                  <a:pt x="828928" y="0"/>
                </a:moveTo>
                <a:lnTo>
                  <a:pt x="826007" y="762"/>
                </a:lnTo>
                <a:lnTo>
                  <a:pt x="824610" y="3048"/>
                </a:lnTo>
                <a:lnTo>
                  <a:pt x="823341" y="5334"/>
                </a:lnTo>
                <a:lnTo>
                  <a:pt x="824102" y="8255"/>
                </a:lnTo>
                <a:lnTo>
                  <a:pt x="826389" y="9525"/>
                </a:lnTo>
                <a:lnTo>
                  <a:pt x="895622" y="49911"/>
                </a:lnTo>
                <a:lnTo>
                  <a:pt x="902589" y="45847"/>
                </a:lnTo>
                <a:lnTo>
                  <a:pt x="905001" y="45847"/>
                </a:lnTo>
                <a:lnTo>
                  <a:pt x="905001" y="45085"/>
                </a:lnTo>
                <a:lnTo>
                  <a:pt x="906125" y="45085"/>
                </a:lnTo>
                <a:lnTo>
                  <a:pt x="831215" y="1397"/>
                </a:lnTo>
                <a:lnTo>
                  <a:pt x="828928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322693" y="3124200"/>
            <a:ext cx="678815" cy="689610"/>
          </a:xfrm>
          <a:custGeom>
            <a:avLst/>
            <a:gdLst/>
            <a:ahLst/>
            <a:cxnLst/>
            <a:rect l="l" t="t" r="r" b="b"/>
            <a:pathLst>
              <a:path w="678815" h="689610">
                <a:moveTo>
                  <a:pt x="665126" y="13431"/>
                </a:moveTo>
                <a:lnTo>
                  <a:pt x="655992" y="15908"/>
                </a:lnTo>
                <a:lnTo>
                  <a:pt x="0" y="682498"/>
                </a:lnTo>
                <a:lnTo>
                  <a:pt x="6730" y="689101"/>
                </a:lnTo>
                <a:lnTo>
                  <a:pt x="662790" y="22571"/>
                </a:lnTo>
                <a:lnTo>
                  <a:pt x="665126" y="13431"/>
                </a:lnTo>
                <a:close/>
              </a:path>
              <a:path w="678815" h="689610">
                <a:moveTo>
                  <a:pt x="677434" y="3428"/>
                </a:moveTo>
                <a:lnTo>
                  <a:pt x="668274" y="3428"/>
                </a:lnTo>
                <a:lnTo>
                  <a:pt x="675131" y="10033"/>
                </a:lnTo>
                <a:lnTo>
                  <a:pt x="662790" y="22571"/>
                </a:lnTo>
                <a:lnTo>
                  <a:pt x="644651" y="93599"/>
                </a:lnTo>
                <a:lnTo>
                  <a:pt x="646176" y="96138"/>
                </a:lnTo>
                <a:lnTo>
                  <a:pt x="648715" y="96774"/>
                </a:lnTo>
                <a:lnTo>
                  <a:pt x="651255" y="97536"/>
                </a:lnTo>
                <a:lnTo>
                  <a:pt x="653923" y="95885"/>
                </a:lnTo>
                <a:lnTo>
                  <a:pt x="677434" y="3428"/>
                </a:lnTo>
                <a:close/>
              </a:path>
              <a:path w="678815" h="689610">
                <a:moveTo>
                  <a:pt x="678306" y="0"/>
                </a:moveTo>
                <a:lnTo>
                  <a:pt x="585342" y="25273"/>
                </a:lnTo>
                <a:lnTo>
                  <a:pt x="582802" y="25908"/>
                </a:lnTo>
                <a:lnTo>
                  <a:pt x="581278" y="28575"/>
                </a:lnTo>
                <a:lnTo>
                  <a:pt x="581913" y="31114"/>
                </a:lnTo>
                <a:lnTo>
                  <a:pt x="582676" y="33654"/>
                </a:lnTo>
                <a:lnTo>
                  <a:pt x="585215" y="35178"/>
                </a:lnTo>
                <a:lnTo>
                  <a:pt x="587755" y="34416"/>
                </a:lnTo>
                <a:lnTo>
                  <a:pt x="655992" y="15908"/>
                </a:lnTo>
                <a:lnTo>
                  <a:pt x="668274" y="3428"/>
                </a:lnTo>
                <a:lnTo>
                  <a:pt x="677434" y="3428"/>
                </a:lnTo>
                <a:lnTo>
                  <a:pt x="678306" y="0"/>
                </a:lnTo>
                <a:close/>
              </a:path>
              <a:path w="678815" h="689610">
                <a:moveTo>
                  <a:pt x="670516" y="5587"/>
                </a:moveTo>
                <a:lnTo>
                  <a:pt x="667130" y="5587"/>
                </a:lnTo>
                <a:lnTo>
                  <a:pt x="672973" y="11302"/>
                </a:lnTo>
                <a:lnTo>
                  <a:pt x="665126" y="13431"/>
                </a:lnTo>
                <a:lnTo>
                  <a:pt x="662790" y="22571"/>
                </a:lnTo>
                <a:lnTo>
                  <a:pt x="675131" y="10033"/>
                </a:lnTo>
                <a:lnTo>
                  <a:pt x="670516" y="5587"/>
                </a:lnTo>
                <a:close/>
              </a:path>
              <a:path w="678815" h="689610">
                <a:moveTo>
                  <a:pt x="668274" y="3428"/>
                </a:moveTo>
                <a:lnTo>
                  <a:pt x="655992" y="15908"/>
                </a:lnTo>
                <a:lnTo>
                  <a:pt x="665126" y="13431"/>
                </a:lnTo>
                <a:lnTo>
                  <a:pt x="667130" y="5587"/>
                </a:lnTo>
                <a:lnTo>
                  <a:pt x="670516" y="5587"/>
                </a:lnTo>
                <a:lnTo>
                  <a:pt x="668274" y="3428"/>
                </a:lnTo>
                <a:close/>
              </a:path>
              <a:path w="678815" h="689610">
                <a:moveTo>
                  <a:pt x="667130" y="5587"/>
                </a:moveTo>
                <a:lnTo>
                  <a:pt x="665126" y="13431"/>
                </a:lnTo>
                <a:lnTo>
                  <a:pt x="672973" y="11302"/>
                </a:lnTo>
                <a:lnTo>
                  <a:pt x="667130" y="5587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322946" y="3806444"/>
            <a:ext cx="678180" cy="613410"/>
          </a:xfrm>
          <a:custGeom>
            <a:avLst/>
            <a:gdLst/>
            <a:ahLst/>
            <a:cxnLst/>
            <a:rect l="l" t="t" r="r" b="b"/>
            <a:pathLst>
              <a:path w="678179" h="613410">
                <a:moveTo>
                  <a:pt x="583056" y="583564"/>
                </a:moveTo>
                <a:lnTo>
                  <a:pt x="580644" y="585215"/>
                </a:lnTo>
                <a:lnTo>
                  <a:pt x="580008" y="587755"/>
                </a:lnTo>
                <a:lnTo>
                  <a:pt x="579501" y="590295"/>
                </a:lnTo>
                <a:lnTo>
                  <a:pt x="581151" y="592835"/>
                </a:lnTo>
                <a:lnTo>
                  <a:pt x="678052" y="613155"/>
                </a:lnTo>
                <a:lnTo>
                  <a:pt x="677164" y="610361"/>
                </a:lnTo>
                <a:lnTo>
                  <a:pt x="667893" y="610361"/>
                </a:lnTo>
                <a:lnTo>
                  <a:pt x="654890" y="598618"/>
                </a:lnTo>
                <a:lnTo>
                  <a:pt x="585724" y="584072"/>
                </a:lnTo>
                <a:lnTo>
                  <a:pt x="583056" y="583564"/>
                </a:lnTo>
                <a:close/>
              </a:path>
              <a:path w="678179" h="613410">
                <a:moveTo>
                  <a:pt x="654890" y="598618"/>
                </a:moveTo>
                <a:lnTo>
                  <a:pt x="667893" y="610361"/>
                </a:lnTo>
                <a:lnTo>
                  <a:pt x="669707" y="608329"/>
                </a:lnTo>
                <a:lnTo>
                  <a:pt x="666496" y="608329"/>
                </a:lnTo>
                <a:lnTo>
                  <a:pt x="664011" y="600536"/>
                </a:lnTo>
                <a:lnTo>
                  <a:pt x="654890" y="598618"/>
                </a:lnTo>
                <a:close/>
              </a:path>
              <a:path w="678179" h="613410">
                <a:moveTo>
                  <a:pt x="645413" y="517397"/>
                </a:moveTo>
                <a:lnTo>
                  <a:pt x="642874" y="518286"/>
                </a:lnTo>
                <a:lnTo>
                  <a:pt x="640333" y="519048"/>
                </a:lnTo>
                <a:lnTo>
                  <a:pt x="638936" y="521715"/>
                </a:lnTo>
                <a:lnTo>
                  <a:pt x="639699" y="524255"/>
                </a:lnTo>
                <a:lnTo>
                  <a:pt x="661090" y="591370"/>
                </a:lnTo>
                <a:lnTo>
                  <a:pt x="674243" y="603249"/>
                </a:lnTo>
                <a:lnTo>
                  <a:pt x="667893" y="610361"/>
                </a:lnTo>
                <a:lnTo>
                  <a:pt x="677164" y="610361"/>
                </a:lnTo>
                <a:lnTo>
                  <a:pt x="648843" y="521334"/>
                </a:lnTo>
                <a:lnTo>
                  <a:pt x="648080" y="518794"/>
                </a:lnTo>
                <a:lnTo>
                  <a:pt x="645413" y="517397"/>
                </a:lnTo>
                <a:close/>
              </a:path>
              <a:path w="678179" h="613410">
                <a:moveTo>
                  <a:pt x="664011" y="600536"/>
                </a:moveTo>
                <a:lnTo>
                  <a:pt x="666496" y="608329"/>
                </a:lnTo>
                <a:lnTo>
                  <a:pt x="672083" y="602233"/>
                </a:lnTo>
                <a:lnTo>
                  <a:pt x="664011" y="600536"/>
                </a:lnTo>
                <a:close/>
              </a:path>
              <a:path w="678179" h="613410">
                <a:moveTo>
                  <a:pt x="661090" y="591370"/>
                </a:moveTo>
                <a:lnTo>
                  <a:pt x="664011" y="600536"/>
                </a:lnTo>
                <a:lnTo>
                  <a:pt x="672083" y="602233"/>
                </a:lnTo>
                <a:lnTo>
                  <a:pt x="666496" y="608329"/>
                </a:lnTo>
                <a:lnTo>
                  <a:pt x="669707" y="608329"/>
                </a:lnTo>
                <a:lnTo>
                  <a:pt x="674243" y="603249"/>
                </a:lnTo>
                <a:lnTo>
                  <a:pt x="661090" y="591370"/>
                </a:lnTo>
                <a:close/>
              </a:path>
              <a:path w="678179" h="613410">
                <a:moveTo>
                  <a:pt x="6350" y="0"/>
                </a:moveTo>
                <a:lnTo>
                  <a:pt x="0" y="7111"/>
                </a:lnTo>
                <a:lnTo>
                  <a:pt x="654890" y="598618"/>
                </a:lnTo>
                <a:lnTo>
                  <a:pt x="664011" y="600536"/>
                </a:lnTo>
                <a:lnTo>
                  <a:pt x="661090" y="591370"/>
                </a:lnTo>
                <a:lnTo>
                  <a:pt x="635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035800" y="3111245"/>
            <a:ext cx="2419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{A}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081009" y="3185032"/>
            <a:ext cx="2355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00AF50"/>
                </a:solidFill>
                <a:latin typeface="Calibri"/>
                <a:cs typeface="Calibri"/>
              </a:rPr>
              <a:t>{</a:t>
            </a:r>
            <a:r>
              <a:rPr sz="1400" spc="5" dirty="0">
                <a:solidFill>
                  <a:srgbClr val="00AF50"/>
                </a:solidFill>
                <a:latin typeface="Calibri"/>
                <a:cs typeface="Calibri"/>
              </a:rPr>
              <a:t>B</a:t>
            </a:r>
            <a:r>
              <a:rPr sz="1400" dirty="0">
                <a:solidFill>
                  <a:srgbClr val="00AF50"/>
                </a:solidFill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817489" y="4419600"/>
            <a:ext cx="100330" cy="838200"/>
          </a:xfrm>
          <a:custGeom>
            <a:avLst/>
            <a:gdLst/>
            <a:ahLst/>
            <a:cxnLst/>
            <a:rect l="l" t="t" r="r" b="b"/>
            <a:pathLst>
              <a:path w="100329" h="838200">
                <a:moveTo>
                  <a:pt x="49911" y="18777"/>
                </a:moveTo>
                <a:lnTo>
                  <a:pt x="45212" y="26833"/>
                </a:lnTo>
                <a:lnTo>
                  <a:pt x="45085" y="838200"/>
                </a:lnTo>
                <a:lnTo>
                  <a:pt x="54610" y="838200"/>
                </a:lnTo>
                <a:lnTo>
                  <a:pt x="54610" y="26833"/>
                </a:lnTo>
                <a:lnTo>
                  <a:pt x="49911" y="18777"/>
                </a:lnTo>
                <a:close/>
              </a:path>
              <a:path w="100329" h="838200">
                <a:moveTo>
                  <a:pt x="49911" y="0"/>
                </a:moveTo>
                <a:lnTo>
                  <a:pt x="1397" y="83185"/>
                </a:lnTo>
                <a:lnTo>
                  <a:pt x="0" y="85470"/>
                </a:lnTo>
                <a:lnTo>
                  <a:pt x="762" y="88392"/>
                </a:lnTo>
                <a:lnTo>
                  <a:pt x="3048" y="89788"/>
                </a:lnTo>
                <a:lnTo>
                  <a:pt x="5334" y="91058"/>
                </a:lnTo>
                <a:lnTo>
                  <a:pt x="8255" y="90297"/>
                </a:lnTo>
                <a:lnTo>
                  <a:pt x="9525" y="88011"/>
                </a:lnTo>
                <a:lnTo>
                  <a:pt x="45085" y="27050"/>
                </a:lnTo>
                <a:lnTo>
                  <a:pt x="45085" y="9398"/>
                </a:lnTo>
                <a:lnTo>
                  <a:pt x="55391" y="9398"/>
                </a:lnTo>
                <a:lnTo>
                  <a:pt x="49911" y="0"/>
                </a:lnTo>
                <a:close/>
              </a:path>
              <a:path w="100329" h="838200">
                <a:moveTo>
                  <a:pt x="55391" y="9398"/>
                </a:moveTo>
                <a:lnTo>
                  <a:pt x="54610" y="9398"/>
                </a:lnTo>
                <a:lnTo>
                  <a:pt x="54737" y="27050"/>
                </a:lnTo>
                <a:lnTo>
                  <a:pt x="90297" y="88011"/>
                </a:lnTo>
                <a:lnTo>
                  <a:pt x="91566" y="90297"/>
                </a:lnTo>
                <a:lnTo>
                  <a:pt x="94487" y="91058"/>
                </a:lnTo>
                <a:lnTo>
                  <a:pt x="96774" y="89788"/>
                </a:lnTo>
                <a:lnTo>
                  <a:pt x="99060" y="88392"/>
                </a:lnTo>
                <a:lnTo>
                  <a:pt x="99822" y="85470"/>
                </a:lnTo>
                <a:lnTo>
                  <a:pt x="98425" y="83185"/>
                </a:lnTo>
                <a:lnTo>
                  <a:pt x="55391" y="9398"/>
                </a:lnTo>
                <a:close/>
              </a:path>
              <a:path w="100329" h="838200">
                <a:moveTo>
                  <a:pt x="54610" y="9398"/>
                </a:moveTo>
                <a:lnTo>
                  <a:pt x="45085" y="9398"/>
                </a:lnTo>
                <a:lnTo>
                  <a:pt x="45085" y="27050"/>
                </a:lnTo>
                <a:lnTo>
                  <a:pt x="49911" y="18777"/>
                </a:lnTo>
                <a:lnTo>
                  <a:pt x="45847" y="11811"/>
                </a:lnTo>
                <a:lnTo>
                  <a:pt x="54610" y="11811"/>
                </a:lnTo>
                <a:lnTo>
                  <a:pt x="54610" y="9398"/>
                </a:lnTo>
                <a:close/>
              </a:path>
              <a:path w="100329" h="838200">
                <a:moveTo>
                  <a:pt x="54610" y="11811"/>
                </a:moveTo>
                <a:lnTo>
                  <a:pt x="53975" y="11811"/>
                </a:lnTo>
                <a:lnTo>
                  <a:pt x="49911" y="18777"/>
                </a:lnTo>
                <a:lnTo>
                  <a:pt x="54610" y="26833"/>
                </a:lnTo>
                <a:lnTo>
                  <a:pt x="54610" y="11811"/>
                </a:lnTo>
                <a:close/>
              </a:path>
              <a:path w="100329" h="838200">
                <a:moveTo>
                  <a:pt x="53975" y="11811"/>
                </a:moveTo>
                <a:lnTo>
                  <a:pt x="45847" y="11811"/>
                </a:lnTo>
                <a:lnTo>
                  <a:pt x="49911" y="18777"/>
                </a:lnTo>
                <a:lnTo>
                  <a:pt x="53975" y="11811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889116" y="5207889"/>
            <a:ext cx="816610" cy="100330"/>
          </a:xfrm>
          <a:custGeom>
            <a:avLst/>
            <a:gdLst/>
            <a:ahLst/>
            <a:cxnLst/>
            <a:rect l="l" t="t" r="r" b="b"/>
            <a:pathLst>
              <a:path w="816609" h="100329">
                <a:moveTo>
                  <a:pt x="797705" y="49911"/>
                </a:moveTo>
                <a:lnTo>
                  <a:pt x="728472" y="90297"/>
                </a:lnTo>
                <a:lnTo>
                  <a:pt x="726186" y="91567"/>
                </a:lnTo>
                <a:lnTo>
                  <a:pt x="725424" y="94488"/>
                </a:lnTo>
                <a:lnTo>
                  <a:pt x="726693" y="96774"/>
                </a:lnTo>
                <a:lnTo>
                  <a:pt x="728090" y="99060"/>
                </a:lnTo>
                <a:lnTo>
                  <a:pt x="731012" y="99822"/>
                </a:lnTo>
                <a:lnTo>
                  <a:pt x="733298" y="98425"/>
                </a:lnTo>
                <a:lnTo>
                  <a:pt x="808425" y="54610"/>
                </a:lnTo>
                <a:lnTo>
                  <a:pt x="807085" y="54610"/>
                </a:lnTo>
                <a:lnTo>
                  <a:pt x="807085" y="53975"/>
                </a:lnTo>
                <a:lnTo>
                  <a:pt x="804672" y="53975"/>
                </a:lnTo>
                <a:lnTo>
                  <a:pt x="797705" y="49911"/>
                </a:lnTo>
                <a:close/>
              </a:path>
              <a:path w="816609" h="100329">
                <a:moveTo>
                  <a:pt x="789432" y="45085"/>
                </a:moveTo>
                <a:lnTo>
                  <a:pt x="0" y="45085"/>
                </a:lnTo>
                <a:lnTo>
                  <a:pt x="0" y="54610"/>
                </a:lnTo>
                <a:lnTo>
                  <a:pt x="789649" y="54610"/>
                </a:lnTo>
                <a:lnTo>
                  <a:pt x="797705" y="49911"/>
                </a:lnTo>
                <a:lnTo>
                  <a:pt x="789432" y="45085"/>
                </a:lnTo>
                <a:close/>
              </a:path>
              <a:path w="816609" h="100329">
                <a:moveTo>
                  <a:pt x="808208" y="45085"/>
                </a:moveTo>
                <a:lnTo>
                  <a:pt x="807085" y="45085"/>
                </a:lnTo>
                <a:lnTo>
                  <a:pt x="807085" y="54610"/>
                </a:lnTo>
                <a:lnTo>
                  <a:pt x="808425" y="54610"/>
                </a:lnTo>
                <a:lnTo>
                  <a:pt x="816483" y="49911"/>
                </a:lnTo>
                <a:lnTo>
                  <a:pt x="808208" y="45085"/>
                </a:lnTo>
                <a:close/>
              </a:path>
              <a:path w="816609" h="100329">
                <a:moveTo>
                  <a:pt x="804672" y="45847"/>
                </a:moveTo>
                <a:lnTo>
                  <a:pt x="797705" y="49911"/>
                </a:lnTo>
                <a:lnTo>
                  <a:pt x="804672" y="53975"/>
                </a:lnTo>
                <a:lnTo>
                  <a:pt x="804672" y="45847"/>
                </a:lnTo>
                <a:close/>
              </a:path>
              <a:path w="816609" h="100329">
                <a:moveTo>
                  <a:pt x="807085" y="45847"/>
                </a:moveTo>
                <a:lnTo>
                  <a:pt x="804672" y="45847"/>
                </a:lnTo>
                <a:lnTo>
                  <a:pt x="804672" y="53975"/>
                </a:lnTo>
                <a:lnTo>
                  <a:pt x="807085" y="53975"/>
                </a:lnTo>
                <a:lnTo>
                  <a:pt x="807085" y="45847"/>
                </a:lnTo>
                <a:close/>
              </a:path>
              <a:path w="816609" h="100329">
                <a:moveTo>
                  <a:pt x="731012" y="0"/>
                </a:moveTo>
                <a:lnTo>
                  <a:pt x="728090" y="762"/>
                </a:lnTo>
                <a:lnTo>
                  <a:pt x="726693" y="3048"/>
                </a:lnTo>
                <a:lnTo>
                  <a:pt x="725424" y="5334"/>
                </a:lnTo>
                <a:lnTo>
                  <a:pt x="726186" y="8255"/>
                </a:lnTo>
                <a:lnTo>
                  <a:pt x="728472" y="9525"/>
                </a:lnTo>
                <a:lnTo>
                  <a:pt x="797705" y="49911"/>
                </a:lnTo>
                <a:lnTo>
                  <a:pt x="804672" y="45847"/>
                </a:lnTo>
                <a:lnTo>
                  <a:pt x="807085" y="45847"/>
                </a:lnTo>
                <a:lnTo>
                  <a:pt x="807085" y="45085"/>
                </a:lnTo>
                <a:lnTo>
                  <a:pt x="808208" y="45085"/>
                </a:lnTo>
                <a:lnTo>
                  <a:pt x="733298" y="1397"/>
                </a:lnTo>
                <a:lnTo>
                  <a:pt x="73101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642228" y="5324475"/>
            <a:ext cx="2355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00AF50"/>
                </a:solidFill>
                <a:latin typeface="Calibri"/>
                <a:cs typeface="Calibri"/>
              </a:rPr>
              <a:t>{</a:t>
            </a:r>
            <a:r>
              <a:rPr sz="1400" spc="5" dirty="0">
                <a:solidFill>
                  <a:srgbClr val="00AF50"/>
                </a:solidFill>
                <a:latin typeface="Calibri"/>
                <a:cs typeface="Calibri"/>
              </a:rPr>
              <a:t>B</a:t>
            </a:r>
            <a:r>
              <a:rPr sz="1400" dirty="0">
                <a:solidFill>
                  <a:srgbClr val="00AF50"/>
                </a:solidFill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248400" y="5411723"/>
            <a:ext cx="368300" cy="375285"/>
          </a:xfrm>
          <a:custGeom>
            <a:avLst/>
            <a:gdLst/>
            <a:ahLst/>
            <a:cxnLst/>
            <a:rect l="l" t="t" r="r" b="b"/>
            <a:pathLst>
              <a:path w="368300" h="375285">
                <a:moveTo>
                  <a:pt x="13171" y="13443"/>
                </a:moveTo>
                <a:lnTo>
                  <a:pt x="15491" y="22581"/>
                </a:lnTo>
                <a:lnTo>
                  <a:pt x="361315" y="374903"/>
                </a:lnTo>
                <a:lnTo>
                  <a:pt x="368046" y="368236"/>
                </a:lnTo>
                <a:lnTo>
                  <a:pt x="22475" y="15984"/>
                </a:lnTo>
                <a:lnTo>
                  <a:pt x="13171" y="13443"/>
                </a:lnTo>
                <a:close/>
              </a:path>
              <a:path w="368300" h="375285">
                <a:moveTo>
                  <a:pt x="0" y="0"/>
                </a:moveTo>
                <a:lnTo>
                  <a:pt x="24257" y="95884"/>
                </a:lnTo>
                <a:lnTo>
                  <a:pt x="26924" y="97535"/>
                </a:lnTo>
                <a:lnTo>
                  <a:pt x="29463" y="96773"/>
                </a:lnTo>
                <a:lnTo>
                  <a:pt x="32003" y="96138"/>
                </a:lnTo>
                <a:lnTo>
                  <a:pt x="33527" y="93598"/>
                </a:lnTo>
                <a:lnTo>
                  <a:pt x="15491" y="22581"/>
                </a:lnTo>
                <a:lnTo>
                  <a:pt x="3175" y="10032"/>
                </a:lnTo>
                <a:lnTo>
                  <a:pt x="10033" y="3301"/>
                </a:lnTo>
                <a:lnTo>
                  <a:pt x="12085" y="3301"/>
                </a:lnTo>
                <a:lnTo>
                  <a:pt x="0" y="0"/>
                </a:lnTo>
                <a:close/>
              </a:path>
              <a:path w="368300" h="375285">
                <a:moveTo>
                  <a:pt x="12085" y="3301"/>
                </a:moveTo>
                <a:lnTo>
                  <a:pt x="10033" y="3301"/>
                </a:lnTo>
                <a:lnTo>
                  <a:pt x="22475" y="15984"/>
                </a:lnTo>
                <a:lnTo>
                  <a:pt x="90424" y="34543"/>
                </a:lnTo>
                <a:lnTo>
                  <a:pt x="92963" y="35178"/>
                </a:lnTo>
                <a:lnTo>
                  <a:pt x="95630" y="33781"/>
                </a:lnTo>
                <a:lnTo>
                  <a:pt x="96265" y="31241"/>
                </a:lnTo>
                <a:lnTo>
                  <a:pt x="97027" y="28701"/>
                </a:lnTo>
                <a:lnTo>
                  <a:pt x="95503" y="26034"/>
                </a:lnTo>
                <a:lnTo>
                  <a:pt x="92963" y="25400"/>
                </a:lnTo>
                <a:lnTo>
                  <a:pt x="12085" y="3301"/>
                </a:lnTo>
                <a:close/>
              </a:path>
              <a:path w="368300" h="375285">
                <a:moveTo>
                  <a:pt x="10033" y="3301"/>
                </a:moveTo>
                <a:lnTo>
                  <a:pt x="3175" y="10032"/>
                </a:lnTo>
                <a:lnTo>
                  <a:pt x="15491" y="22581"/>
                </a:lnTo>
                <a:lnTo>
                  <a:pt x="13171" y="13443"/>
                </a:lnTo>
                <a:lnTo>
                  <a:pt x="5334" y="11303"/>
                </a:lnTo>
                <a:lnTo>
                  <a:pt x="11175" y="5587"/>
                </a:lnTo>
                <a:lnTo>
                  <a:pt x="12275" y="5587"/>
                </a:lnTo>
                <a:lnTo>
                  <a:pt x="10033" y="3301"/>
                </a:lnTo>
                <a:close/>
              </a:path>
              <a:path w="368300" h="375285">
                <a:moveTo>
                  <a:pt x="12275" y="5587"/>
                </a:moveTo>
                <a:lnTo>
                  <a:pt x="11175" y="5587"/>
                </a:lnTo>
                <a:lnTo>
                  <a:pt x="13171" y="13443"/>
                </a:lnTo>
                <a:lnTo>
                  <a:pt x="22475" y="15984"/>
                </a:lnTo>
                <a:lnTo>
                  <a:pt x="12275" y="5587"/>
                </a:lnTo>
                <a:close/>
              </a:path>
              <a:path w="368300" h="375285">
                <a:moveTo>
                  <a:pt x="11175" y="5587"/>
                </a:moveTo>
                <a:lnTo>
                  <a:pt x="5334" y="11303"/>
                </a:lnTo>
                <a:lnTo>
                  <a:pt x="13171" y="13443"/>
                </a:lnTo>
                <a:lnTo>
                  <a:pt x="11175" y="5587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09588" y="5479922"/>
            <a:ext cx="297815" cy="306705"/>
          </a:xfrm>
          <a:custGeom>
            <a:avLst/>
            <a:gdLst/>
            <a:ahLst/>
            <a:cxnLst/>
            <a:rect l="l" t="t" r="r" b="b"/>
            <a:pathLst>
              <a:path w="297815" h="306704">
                <a:moveTo>
                  <a:pt x="284301" y="13609"/>
                </a:moveTo>
                <a:lnTo>
                  <a:pt x="275185" y="16157"/>
                </a:lnTo>
                <a:lnTo>
                  <a:pt x="0" y="300050"/>
                </a:lnTo>
                <a:lnTo>
                  <a:pt x="6857" y="306679"/>
                </a:lnTo>
                <a:lnTo>
                  <a:pt x="282029" y="22777"/>
                </a:lnTo>
                <a:lnTo>
                  <a:pt x="284301" y="13609"/>
                </a:lnTo>
                <a:close/>
              </a:path>
              <a:path w="297815" h="306704">
                <a:moveTo>
                  <a:pt x="296555" y="3555"/>
                </a:moveTo>
                <a:lnTo>
                  <a:pt x="287400" y="3555"/>
                </a:lnTo>
                <a:lnTo>
                  <a:pt x="294258" y="10159"/>
                </a:lnTo>
                <a:lnTo>
                  <a:pt x="282029" y="22777"/>
                </a:lnTo>
                <a:lnTo>
                  <a:pt x="264413" y="93852"/>
                </a:lnTo>
                <a:lnTo>
                  <a:pt x="266064" y="96519"/>
                </a:lnTo>
                <a:lnTo>
                  <a:pt x="271144" y="97789"/>
                </a:lnTo>
                <a:lnTo>
                  <a:pt x="273684" y="96138"/>
                </a:lnTo>
                <a:lnTo>
                  <a:pt x="296555" y="3555"/>
                </a:lnTo>
                <a:close/>
              </a:path>
              <a:path w="297815" h="306704">
                <a:moveTo>
                  <a:pt x="297433" y="0"/>
                </a:moveTo>
                <a:lnTo>
                  <a:pt x="204596" y="26034"/>
                </a:lnTo>
                <a:lnTo>
                  <a:pt x="202056" y="26796"/>
                </a:lnTo>
                <a:lnTo>
                  <a:pt x="200532" y="29336"/>
                </a:lnTo>
                <a:lnTo>
                  <a:pt x="202056" y="34416"/>
                </a:lnTo>
                <a:lnTo>
                  <a:pt x="204596" y="35940"/>
                </a:lnTo>
                <a:lnTo>
                  <a:pt x="207136" y="35178"/>
                </a:lnTo>
                <a:lnTo>
                  <a:pt x="275185" y="16157"/>
                </a:lnTo>
                <a:lnTo>
                  <a:pt x="287400" y="3555"/>
                </a:lnTo>
                <a:lnTo>
                  <a:pt x="296555" y="3555"/>
                </a:lnTo>
                <a:lnTo>
                  <a:pt x="297433" y="0"/>
                </a:lnTo>
                <a:close/>
              </a:path>
              <a:path w="297815" h="306704">
                <a:moveTo>
                  <a:pt x="289643" y="5714"/>
                </a:moveTo>
                <a:lnTo>
                  <a:pt x="286257" y="5714"/>
                </a:lnTo>
                <a:lnTo>
                  <a:pt x="292100" y="11429"/>
                </a:lnTo>
                <a:lnTo>
                  <a:pt x="284301" y="13609"/>
                </a:lnTo>
                <a:lnTo>
                  <a:pt x="282029" y="22777"/>
                </a:lnTo>
                <a:lnTo>
                  <a:pt x="294258" y="10159"/>
                </a:lnTo>
                <a:lnTo>
                  <a:pt x="289643" y="5714"/>
                </a:lnTo>
                <a:close/>
              </a:path>
              <a:path w="297815" h="306704">
                <a:moveTo>
                  <a:pt x="287400" y="3555"/>
                </a:moveTo>
                <a:lnTo>
                  <a:pt x="275185" y="16157"/>
                </a:lnTo>
                <a:lnTo>
                  <a:pt x="284301" y="13609"/>
                </a:lnTo>
                <a:lnTo>
                  <a:pt x="286257" y="5714"/>
                </a:lnTo>
                <a:lnTo>
                  <a:pt x="289643" y="5714"/>
                </a:lnTo>
                <a:lnTo>
                  <a:pt x="287400" y="3555"/>
                </a:lnTo>
                <a:close/>
              </a:path>
              <a:path w="297815" h="306704">
                <a:moveTo>
                  <a:pt x="286257" y="5714"/>
                </a:moveTo>
                <a:lnTo>
                  <a:pt x="284301" y="13609"/>
                </a:lnTo>
                <a:lnTo>
                  <a:pt x="292100" y="11429"/>
                </a:lnTo>
                <a:lnTo>
                  <a:pt x="286257" y="5714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681978" y="5851728"/>
            <a:ext cx="2419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{A}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414642" y="5334000"/>
            <a:ext cx="192405" cy="451484"/>
          </a:xfrm>
          <a:custGeom>
            <a:avLst/>
            <a:gdLst/>
            <a:ahLst/>
            <a:cxnLst/>
            <a:rect l="l" t="t" r="r" b="b"/>
            <a:pathLst>
              <a:path w="192404" h="451485">
                <a:moveTo>
                  <a:pt x="22795" y="17626"/>
                </a:moveTo>
                <a:lnTo>
                  <a:pt x="21256" y="26967"/>
                </a:lnTo>
                <a:lnTo>
                  <a:pt x="183134" y="450989"/>
                </a:lnTo>
                <a:lnTo>
                  <a:pt x="192024" y="447586"/>
                </a:lnTo>
                <a:lnTo>
                  <a:pt x="30146" y="23537"/>
                </a:lnTo>
                <a:lnTo>
                  <a:pt x="22795" y="17626"/>
                </a:lnTo>
                <a:close/>
              </a:path>
              <a:path w="192404" h="451485">
                <a:moveTo>
                  <a:pt x="16129" y="0"/>
                </a:moveTo>
                <a:lnTo>
                  <a:pt x="381" y="95122"/>
                </a:lnTo>
                <a:lnTo>
                  <a:pt x="0" y="97662"/>
                </a:lnTo>
                <a:lnTo>
                  <a:pt x="1778" y="100075"/>
                </a:lnTo>
                <a:lnTo>
                  <a:pt x="4318" y="100584"/>
                </a:lnTo>
                <a:lnTo>
                  <a:pt x="6858" y="100965"/>
                </a:lnTo>
                <a:lnTo>
                  <a:pt x="9398" y="99187"/>
                </a:lnTo>
                <a:lnTo>
                  <a:pt x="9779" y="96647"/>
                </a:lnTo>
                <a:lnTo>
                  <a:pt x="21256" y="26967"/>
                </a:lnTo>
                <a:lnTo>
                  <a:pt x="14986" y="10540"/>
                </a:lnTo>
                <a:lnTo>
                  <a:pt x="23876" y="7112"/>
                </a:lnTo>
                <a:lnTo>
                  <a:pt x="24957" y="7112"/>
                </a:lnTo>
                <a:lnTo>
                  <a:pt x="16129" y="0"/>
                </a:lnTo>
                <a:close/>
              </a:path>
              <a:path w="192404" h="451485">
                <a:moveTo>
                  <a:pt x="24957" y="7112"/>
                </a:moveTo>
                <a:lnTo>
                  <a:pt x="23876" y="7112"/>
                </a:lnTo>
                <a:lnTo>
                  <a:pt x="30146" y="23537"/>
                </a:lnTo>
                <a:lnTo>
                  <a:pt x="87249" y="69468"/>
                </a:lnTo>
                <a:lnTo>
                  <a:pt x="90170" y="69215"/>
                </a:lnTo>
                <a:lnTo>
                  <a:pt x="93472" y="65150"/>
                </a:lnTo>
                <a:lnTo>
                  <a:pt x="93217" y="62103"/>
                </a:lnTo>
                <a:lnTo>
                  <a:pt x="24957" y="7112"/>
                </a:lnTo>
                <a:close/>
              </a:path>
              <a:path w="192404" h="451485">
                <a:moveTo>
                  <a:pt x="23876" y="7112"/>
                </a:moveTo>
                <a:lnTo>
                  <a:pt x="14986" y="10540"/>
                </a:lnTo>
                <a:lnTo>
                  <a:pt x="21256" y="26967"/>
                </a:lnTo>
                <a:lnTo>
                  <a:pt x="22795" y="17626"/>
                </a:lnTo>
                <a:lnTo>
                  <a:pt x="16510" y="12572"/>
                </a:lnTo>
                <a:lnTo>
                  <a:pt x="24130" y="9525"/>
                </a:lnTo>
                <a:lnTo>
                  <a:pt x="24797" y="9525"/>
                </a:lnTo>
                <a:lnTo>
                  <a:pt x="23876" y="7112"/>
                </a:lnTo>
                <a:close/>
              </a:path>
              <a:path w="192404" h="451485">
                <a:moveTo>
                  <a:pt x="24797" y="9525"/>
                </a:moveTo>
                <a:lnTo>
                  <a:pt x="24130" y="9525"/>
                </a:lnTo>
                <a:lnTo>
                  <a:pt x="22795" y="17626"/>
                </a:lnTo>
                <a:lnTo>
                  <a:pt x="30146" y="23537"/>
                </a:lnTo>
                <a:lnTo>
                  <a:pt x="24797" y="9525"/>
                </a:lnTo>
                <a:close/>
              </a:path>
              <a:path w="192404" h="451485">
                <a:moveTo>
                  <a:pt x="24130" y="9525"/>
                </a:moveTo>
                <a:lnTo>
                  <a:pt x="16510" y="12572"/>
                </a:lnTo>
                <a:lnTo>
                  <a:pt x="22795" y="17626"/>
                </a:lnTo>
                <a:lnTo>
                  <a:pt x="24130" y="95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623556" y="3794633"/>
            <a:ext cx="220345" cy="264160"/>
          </a:xfrm>
          <a:custGeom>
            <a:avLst/>
            <a:gdLst/>
            <a:ahLst/>
            <a:cxnLst/>
            <a:rect l="l" t="t" r="r" b="b"/>
            <a:pathLst>
              <a:path w="220345" h="264160">
                <a:moveTo>
                  <a:pt x="185394" y="85344"/>
                </a:moveTo>
                <a:lnTo>
                  <a:pt x="176022" y="85344"/>
                </a:lnTo>
                <a:lnTo>
                  <a:pt x="175768" y="86360"/>
                </a:lnTo>
                <a:lnTo>
                  <a:pt x="162941" y="125349"/>
                </a:lnTo>
                <a:lnTo>
                  <a:pt x="142494" y="161798"/>
                </a:lnTo>
                <a:lnTo>
                  <a:pt x="115316" y="193929"/>
                </a:lnTo>
                <a:lnTo>
                  <a:pt x="82042" y="220853"/>
                </a:lnTo>
                <a:lnTo>
                  <a:pt x="43307" y="241554"/>
                </a:lnTo>
                <a:lnTo>
                  <a:pt x="0" y="254889"/>
                </a:lnTo>
                <a:lnTo>
                  <a:pt x="2413" y="264160"/>
                </a:lnTo>
                <a:lnTo>
                  <a:pt x="47498" y="250190"/>
                </a:lnTo>
                <a:lnTo>
                  <a:pt x="87629" y="228600"/>
                </a:lnTo>
                <a:lnTo>
                  <a:pt x="122300" y="200406"/>
                </a:lnTo>
                <a:lnTo>
                  <a:pt x="150622" y="166878"/>
                </a:lnTo>
                <a:lnTo>
                  <a:pt x="171830" y="128778"/>
                </a:lnTo>
                <a:lnTo>
                  <a:pt x="185166" y="87884"/>
                </a:lnTo>
                <a:lnTo>
                  <a:pt x="185293" y="86868"/>
                </a:lnTo>
                <a:lnTo>
                  <a:pt x="185394" y="85344"/>
                </a:lnTo>
                <a:close/>
              </a:path>
              <a:path w="220345" h="264160">
                <a:moveTo>
                  <a:pt x="175776" y="86233"/>
                </a:moveTo>
                <a:close/>
              </a:path>
              <a:path w="220345" h="264160">
                <a:moveTo>
                  <a:pt x="176022" y="85344"/>
                </a:moveTo>
                <a:lnTo>
                  <a:pt x="175776" y="86233"/>
                </a:lnTo>
                <a:lnTo>
                  <a:pt x="176022" y="85344"/>
                </a:lnTo>
                <a:close/>
              </a:path>
              <a:path w="220345" h="264160">
                <a:moveTo>
                  <a:pt x="186004" y="76137"/>
                </a:moveTo>
                <a:lnTo>
                  <a:pt x="176431" y="76296"/>
                </a:lnTo>
                <a:lnTo>
                  <a:pt x="175776" y="86233"/>
                </a:lnTo>
                <a:lnTo>
                  <a:pt x="176022" y="85344"/>
                </a:lnTo>
                <a:lnTo>
                  <a:pt x="185394" y="85344"/>
                </a:lnTo>
                <a:lnTo>
                  <a:pt x="186004" y="76137"/>
                </a:lnTo>
                <a:close/>
              </a:path>
              <a:path w="220345" h="264160">
                <a:moveTo>
                  <a:pt x="180975" y="0"/>
                </a:moveTo>
                <a:lnTo>
                  <a:pt x="144145" y="76835"/>
                </a:lnTo>
                <a:lnTo>
                  <a:pt x="176431" y="76296"/>
                </a:lnTo>
                <a:lnTo>
                  <a:pt x="177292" y="63246"/>
                </a:lnTo>
                <a:lnTo>
                  <a:pt x="213926" y="63246"/>
                </a:lnTo>
                <a:lnTo>
                  <a:pt x="180975" y="0"/>
                </a:lnTo>
                <a:close/>
              </a:path>
              <a:path w="220345" h="264160">
                <a:moveTo>
                  <a:pt x="177292" y="63246"/>
                </a:moveTo>
                <a:lnTo>
                  <a:pt x="176431" y="76296"/>
                </a:lnTo>
                <a:lnTo>
                  <a:pt x="186004" y="76137"/>
                </a:lnTo>
                <a:lnTo>
                  <a:pt x="186817" y="63881"/>
                </a:lnTo>
                <a:lnTo>
                  <a:pt x="177292" y="63246"/>
                </a:lnTo>
                <a:close/>
              </a:path>
              <a:path w="220345" h="264160">
                <a:moveTo>
                  <a:pt x="213926" y="63246"/>
                </a:moveTo>
                <a:lnTo>
                  <a:pt x="177292" y="63246"/>
                </a:lnTo>
                <a:lnTo>
                  <a:pt x="186817" y="63881"/>
                </a:lnTo>
                <a:lnTo>
                  <a:pt x="186004" y="76137"/>
                </a:lnTo>
                <a:lnTo>
                  <a:pt x="220345" y="75565"/>
                </a:lnTo>
                <a:lnTo>
                  <a:pt x="213926" y="63246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7138148" y="4228975"/>
            <a:ext cx="39941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i="1" dirty="0">
                <a:latin typeface="Times New Roman"/>
                <a:cs typeface="Times New Roman"/>
              </a:rPr>
              <a:t>B </a:t>
            </a:r>
            <a:r>
              <a:rPr sz="3600" b="1" baseline="-24305" dirty="0">
                <a:latin typeface="Times New Roman"/>
                <a:cs typeface="Times New Roman"/>
              </a:rPr>
              <a:t>R</a:t>
            </a:r>
            <a:endParaRPr sz="3600" baseline="-24305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46892" y="4441706"/>
            <a:ext cx="1346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i="1" dirty="0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547609" y="4787646"/>
            <a:ext cx="107569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describ</a:t>
            </a:r>
            <a:r>
              <a:rPr sz="1200" spc="-10" dirty="0">
                <a:latin typeface="Calibri"/>
                <a:cs typeface="Calibri"/>
              </a:rPr>
              <a:t>es </a:t>
            </a:r>
            <a:r>
              <a:rPr sz="1200" spc="-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orien</a:t>
            </a:r>
            <a:r>
              <a:rPr sz="1200" spc="-10" dirty="0">
                <a:latin typeface="Calibri"/>
                <a:cs typeface="Calibri"/>
              </a:rPr>
              <a:t>t</a:t>
            </a:r>
            <a:r>
              <a:rPr sz="1200" spc="-15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</a:t>
            </a:r>
            <a:r>
              <a:rPr sz="1200" dirty="0">
                <a:latin typeface="Calibri"/>
                <a:cs typeface="Calibri"/>
              </a:rPr>
              <a:t>ith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esp</a:t>
            </a:r>
            <a:r>
              <a:rPr sz="1200" spc="-5" dirty="0">
                <a:latin typeface="Calibri"/>
                <a:cs typeface="Calibri"/>
              </a:rPr>
              <a:t>ect </a:t>
            </a:r>
            <a:r>
              <a:rPr sz="1200" spc="-1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 B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9180">
              <a:lnSpc>
                <a:spcPct val="100000"/>
              </a:lnSpc>
            </a:pPr>
            <a:r>
              <a:rPr spc="-25" dirty="0"/>
              <a:t>Othe</a:t>
            </a:r>
            <a:r>
              <a:rPr spc="-15" dirty="0"/>
              <a:t>r</a:t>
            </a:r>
            <a:r>
              <a:rPr spc="-10" dirty="0"/>
              <a:t> </a:t>
            </a:r>
            <a:r>
              <a:rPr dirty="0"/>
              <a:t>2D-2D</a:t>
            </a:r>
            <a:r>
              <a:rPr spc="-20" dirty="0"/>
              <a:t> </a:t>
            </a:r>
            <a:r>
              <a:rPr spc="-235" dirty="0"/>
              <a:t>T</a:t>
            </a:r>
            <a:r>
              <a:rPr spc="-85" dirty="0"/>
              <a:t>r</a:t>
            </a:r>
            <a:r>
              <a:rPr dirty="0"/>
              <a:t>an</a:t>
            </a:r>
            <a:r>
              <a:rPr spc="-35" dirty="0"/>
              <a:t>s</a:t>
            </a:r>
            <a:r>
              <a:rPr spc="-70" dirty="0"/>
              <a:t>f</a:t>
            </a:r>
            <a:r>
              <a:rPr spc="-25" dirty="0"/>
              <a:t>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3178"/>
            <a:ext cx="3967479" cy="654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5" dirty="0">
                <a:latin typeface="Calibri"/>
                <a:cs typeface="Calibri"/>
              </a:rPr>
              <a:t>similarit</a:t>
            </a:r>
            <a:r>
              <a:rPr sz="2400" spc="1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20" dirty="0">
                <a:latin typeface="Calibri"/>
                <a:cs typeface="Calibri"/>
              </a:rPr>
              <a:t>orm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70"/>
              </a:spcBef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–	</a:t>
            </a:r>
            <a:r>
              <a:rPr sz="1800" spc="-5" dirty="0">
                <a:latin typeface="Calibri"/>
                <a:cs typeface="Calibri"/>
              </a:rPr>
              <a:t>p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spc="-20" dirty="0">
                <a:latin typeface="Calibri"/>
                <a:cs typeface="Calibri"/>
              </a:rPr>
              <a:t>v</a:t>
            </a:r>
            <a:r>
              <a:rPr sz="1800" spc="-10" dirty="0">
                <a:latin typeface="Calibri"/>
                <a:cs typeface="Calibri"/>
              </a:rPr>
              <a:t>es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5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10" dirty="0">
                <a:latin typeface="Calibri"/>
                <a:cs typeface="Calibri"/>
              </a:rPr>
              <a:t>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</a:t>
            </a:r>
            <a:r>
              <a:rPr sz="1800" dirty="0">
                <a:latin typeface="Calibri"/>
                <a:cs typeface="Calibri"/>
              </a:rPr>
              <a:t>t </a:t>
            </a:r>
            <a:r>
              <a:rPr sz="1800" spc="-5" dirty="0">
                <a:latin typeface="Calibri"/>
                <a:cs typeface="Calibri"/>
              </a:rPr>
              <a:t>di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4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ances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14857"/>
            <a:ext cx="6415405" cy="679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fin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10" dirty="0">
                <a:latin typeface="Calibri"/>
                <a:cs typeface="Calibri"/>
              </a:rPr>
              <a:t>t</a:t>
            </a:r>
            <a:r>
              <a:rPr sz="2400" spc="-5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spc="-50" dirty="0">
                <a:latin typeface="Calibri"/>
                <a:cs typeface="Calibri"/>
              </a:rPr>
              <a:t>f</a:t>
            </a:r>
            <a:r>
              <a:rPr sz="2400" spc="-20" dirty="0">
                <a:latin typeface="Calibri"/>
                <a:cs typeface="Calibri"/>
              </a:rPr>
              <a:t>orm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70"/>
              </a:spcBef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–	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4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ans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n</a:t>
            </a:r>
            <a:r>
              <a:rPr sz="1800" spc="25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ar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n</a:t>
            </a:r>
            <a:r>
              <a:rPr sz="1800" spc="25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fle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96050" y="2316163"/>
            <a:ext cx="1952024" cy="11813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61103" y="5934328"/>
            <a:ext cx="292671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#</a:t>
            </a:r>
            <a:r>
              <a:rPr sz="1400" spc="-10" dirty="0">
                <a:latin typeface="Calibri"/>
                <a:cs typeface="Calibri"/>
              </a:rPr>
              <a:t> p</a:t>
            </a:r>
            <a:r>
              <a:rPr sz="1400" dirty="0">
                <a:latin typeface="Calibri"/>
                <a:cs typeface="Calibri"/>
              </a:rPr>
              <a:t>ai</a:t>
            </a: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dirty="0">
                <a:latin typeface="Calibri"/>
                <a:cs typeface="Calibri"/>
              </a:rPr>
              <a:t>f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dirty="0">
                <a:latin typeface="Calibri"/>
                <a:cs typeface="Calibri"/>
              </a:rPr>
              <a:t>r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es</a:t>
            </a:r>
            <a:r>
              <a:rPr sz="1400" spc="-10" dirty="0">
                <a:latin typeface="Calibri"/>
                <a:cs typeface="Calibri"/>
              </a:rPr>
              <a:t>p</a:t>
            </a:r>
            <a:r>
              <a:rPr sz="1400" spc="-5" dirty="0">
                <a:latin typeface="Calibri"/>
                <a:cs typeface="Calibri"/>
              </a:rPr>
              <a:t>on</a:t>
            </a:r>
            <a:r>
              <a:rPr sz="1400" spc="-10" dirty="0">
                <a:latin typeface="Calibri"/>
                <a:cs typeface="Calibri"/>
              </a:rPr>
              <a:t>d</a:t>
            </a:r>
            <a:r>
              <a:rPr sz="1400" dirty="0">
                <a:latin typeface="Calibri"/>
                <a:cs typeface="Calibri"/>
              </a:rPr>
              <a:t>ing </a:t>
            </a:r>
            <a:r>
              <a:rPr sz="1400" spc="-10" dirty="0">
                <a:latin typeface="Calibri"/>
                <a:cs typeface="Calibri"/>
              </a:rPr>
              <a:t>p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spc="5" dirty="0">
                <a:latin typeface="Calibri"/>
                <a:cs typeface="Calibri"/>
              </a:rPr>
              <a:t>i</a:t>
            </a:r>
            <a:r>
              <a:rPr sz="1400" spc="-2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ed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d</a:t>
            </a:r>
            <a:r>
              <a:rPr sz="1400" dirty="0">
                <a:latin typeface="Calibri"/>
                <a:cs typeface="Calibri"/>
              </a:rPr>
              <a:t>?</a:t>
            </a:r>
          </a:p>
        </p:txBody>
      </p:sp>
      <p:sp>
        <p:nvSpPr>
          <p:cNvPr id="25" name="object 25"/>
          <p:cNvSpPr/>
          <p:nvPr/>
        </p:nvSpPr>
        <p:spPr>
          <a:xfrm>
            <a:off x="5007990" y="4765604"/>
            <a:ext cx="1981397" cy="742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133600"/>
            <a:ext cx="4267200" cy="1282700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648200"/>
            <a:ext cx="2997200" cy="1282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10EDB3-DC79-D049-8FF9-319854CC7167}"/>
                  </a:ext>
                </a:extLst>
              </p14:cNvPr>
              <p14:cNvContentPartPr/>
              <p14:nvPr/>
            </p14:nvContentPartPr>
            <p14:xfrm>
              <a:off x="831600" y="3987720"/>
              <a:ext cx="8173080" cy="1456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10EDB3-DC79-D049-8FF9-319854CC71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5400" y="3971520"/>
                <a:ext cx="8205480" cy="148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300">
              <a:lnSpc>
                <a:spcPct val="100000"/>
              </a:lnSpc>
            </a:pPr>
            <a:r>
              <a:rPr spc="-5" dirty="0"/>
              <a:t>E</a:t>
            </a:r>
            <a:r>
              <a:rPr spc="-70" dirty="0"/>
              <a:t>x</a:t>
            </a:r>
            <a:r>
              <a:rPr dirty="0"/>
              <a:t>am</a:t>
            </a:r>
            <a:r>
              <a:rPr spc="10" dirty="0"/>
              <a:t>p</a:t>
            </a:r>
            <a:r>
              <a:rPr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6686"/>
            <a:ext cx="7639684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70" dirty="0">
                <a:latin typeface="Calibri"/>
                <a:cs typeface="Calibri"/>
              </a:rPr>
              <a:t>“</a:t>
            </a:r>
            <a:r>
              <a:rPr sz="2000" spc="-7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fi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fine 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-40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orm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4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.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60" dirty="0">
                <a:latin typeface="Calibri"/>
                <a:cs typeface="Calibri"/>
              </a:rPr>
              <a:t>k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“B”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400" y="3962400"/>
            <a:ext cx="2133600" cy="2133600"/>
          </a:xfrm>
          <a:custGeom>
            <a:avLst/>
            <a:gdLst/>
            <a:ahLst/>
            <a:cxnLst/>
            <a:rect l="l" t="t" r="r" b="b"/>
            <a:pathLst>
              <a:path w="2133600" h="2133600">
                <a:moveTo>
                  <a:pt x="0" y="2133600"/>
                </a:moveTo>
                <a:lnTo>
                  <a:pt x="2133600" y="2133600"/>
                </a:lnTo>
                <a:lnTo>
                  <a:pt x="21336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4400" y="39624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1066800"/>
                </a:moveTo>
                <a:lnTo>
                  <a:pt x="1066800" y="1066800"/>
                </a:lnTo>
                <a:lnTo>
                  <a:pt x="1066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4400" y="39624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1066800"/>
                </a:moveTo>
                <a:lnTo>
                  <a:pt x="1066800" y="1066800"/>
                </a:lnTo>
                <a:lnTo>
                  <a:pt x="1066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02994" y="6202629"/>
            <a:ext cx="1581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419" y="3723894"/>
            <a:ext cx="24955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0,0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79270" y="3723894"/>
            <a:ext cx="3397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50,0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740" y="4943475"/>
            <a:ext cx="3397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0,50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79270" y="5019675"/>
            <a:ext cx="42925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50,50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19200" y="42672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21437" y="190500"/>
                </a:moveTo>
                <a:lnTo>
                  <a:pt x="107187" y="190500"/>
                </a:lnTo>
                <a:lnTo>
                  <a:pt x="107187" y="381000"/>
                </a:lnTo>
                <a:lnTo>
                  <a:pt x="321437" y="381000"/>
                </a:lnTo>
                <a:lnTo>
                  <a:pt x="321437" y="190500"/>
                </a:lnTo>
                <a:close/>
              </a:path>
              <a:path w="428625" h="381000">
                <a:moveTo>
                  <a:pt x="214375" y="0"/>
                </a:moveTo>
                <a:lnTo>
                  <a:pt x="0" y="190500"/>
                </a:lnTo>
                <a:lnTo>
                  <a:pt x="428625" y="190500"/>
                </a:lnTo>
                <a:lnTo>
                  <a:pt x="2143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19200" y="42672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190500"/>
                </a:moveTo>
                <a:lnTo>
                  <a:pt x="214375" y="0"/>
                </a:lnTo>
                <a:lnTo>
                  <a:pt x="428625" y="190500"/>
                </a:lnTo>
                <a:lnTo>
                  <a:pt x="321437" y="190500"/>
                </a:lnTo>
                <a:lnTo>
                  <a:pt x="321437" y="381000"/>
                </a:lnTo>
                <a:lnTo>
                  <a:pt x="107187" y="381000"/>
                </a:lnTo>
                <a:lnTo>
                  <a:pt x="107187" y="190500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81200"/>
            <a:ext cx="2844800" cy="1219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94AF9C-1FED-464F-84F0-06F6AEB42B52}"/>
                  </a:ext>
                </a:extLst>
              </p14:cNvPr>
              <p14:cNvContentPartPr/>
              <p14:nvPr/>
            </p14:nvContentPartPr>
            <p14:xfrm>
              <a:off x="368280" y="1667880"/>
              <a:ext cx="8759160" cy="4826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94AF9C-1FED-464F-84F0-06F6AEB42B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080" y="1651680"/>
                <a:ext cx="8791560" cy="485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300">
              <a:lnSpc>
                <a:spcPct val="100000"/>
              </a:lnSpc>
            </a:pPr>
            <a:r>
              <a:rPr spc="-5" dirty="0"/>
              <a:t>E</a:t>
            </a:r>
            <a:r>
              <a:rPr spc="-70" dirty="0"/>
              <a:t>x</a:t>
            </a:r>
            <a:r>
              <a:rPr dirty="0"/>
              <a:t>am</a:t>
            </a:r>
            <a:r>
              <a:rPr spc="10" dirty="0"/>
              <a:t>p</a:t>
            </a:r>
            <a:r>
              <a:rPr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6686"/>
            <a:ext cx="7639684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70" dirty="0">
                <a:latin typeface="Calibri"/>
                <a:cs typeface="Calibri"/>
              </a:rPr>
              <a:t>“</a:t>
            </a:r>
            <a:r>
              <a:rPr sz="2000" spc="-7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”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fi</a:t>
            </a:r>
            <a:r>
              <a:rPr sz="2000" spc="-1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fine 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spc="-40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orm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4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.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60" dirty="0">
                <a:latin typeface="Calibri"/>
                <a:cs typeface="Calibri"/>
              </a:rPr>
              <a:t>k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“B”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400" y="3962400"/>
            <a:ext cx="2133600" cy="2133600"/>
          </a:xfrm>
          <a:custGeom>
            <a:avLst/>
            <a:gdLst/>
            <a:ahLst/>
            <a:cxnLst/>
            <a:rect l="l" t="t" r="r" b="b"/>
            <a:pathLst>
              <a:path w="2133600" h="2133600">
                <a:moveTo>
                  <a:pt x="0" y="2133600"/>
                </a:moveTo>
                <a:lnTo>
                  <a:pt x="2133600" y="2133600"/>
                </a:lnTo>
                <a:lnTo>
                  <a:pt x="21336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4400" y="39624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1066800"/>
                </a:moveTo>
                <a:lnTo>
                  <a:pt x="1066800" y="1066800"/>
                </a:lnTo>
                <a:lnTo>
                  <a:pt x="1066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4400" y="39624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1066800"/>
                </a:moveTo>
                <a:lnTo>
                  <a:pt x="1066800" y="1066800"/>
                </a:lnTo>
                <a:lnTo>
                  <a:pt x="1066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02994" y="6202629"/>
            <a:ext cx="1581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419" y="3723894"/>
            <a:ext cx="24955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0,0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79270" y="3723894"/>
            <a:ext cx="3397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50,0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740" y="4943475"/>
            <a:ext cx="3397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0,50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79270" y="5019675"/>
            <a:ext cx="42925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Calibri"/>
                <a:cs typeface="Calibri"/>
              </a:rPr>
              <a:t>50,50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80253" y="2395092"/>
            <a:ext cx="86360" cy="97790"/>
          </a:xfrm>
          <a:custGeom>
            <a:avLst/>
            <a:gdLst/>
            <a:ahLst/>
            <a:cxnLst/>
            <a:rect l="l" t="t" r="r" b="b"/>
            <a:pathLst>
              <a:path w="86360" h="97789">
                <a:moveTo>
                  <a:pt x="0" y="0"/>
                </a:moveTo>
                <a:lnTo>
                  <a:pt x="7654" y="10083"/>
                </a:lnTo>
                <a:lnTo>
                  <a:pt x="14861" y="20626"/>
                </a:lnTo>
                <a:lnTo>
                  <a:pt x="21961" y="31267"/>
                </a:lnTo>
                <a:lnTo>
                  <a:pt x="29297" y="41645"/>
                </a:lnTo>
                <a:lnTo>
                  <a:pt x="57804" y="72299"/>
                </a:lnTo>
                <a:lnTo>
                  <a:pt x="84099" y="97310"/>
                </a:lnTo>
                <a:lnTo>
                  <a:pt x="86147" y="9483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07156" y="2401823"/>
            <a:ext cx="80645" cy="120650"/>
          </a:xfrm>
          <a:custGeom>
            <a:avLst/>
            <a:gdLst/>
            <a:ahLst/>
            <a:cxnLst/>
            <a:rect l="l" t="t" r="r" b="b"/>
            <a:pathLst>
              <a:path w="80645" h="120650">
                <a:moveTo>
                  <a:pt x="80157" y="0"/>
                </a:moveTo>
                <a:lnTo>
                  <a:pt x="70193" y="7497"/>
                </a:lnTo>
                <a:lnTo>
                  <a:pt x="64362" y="16723"/>
                </a:lnTo>
                <a:lnTo>
                  <a:pt x="59915" y="27329"/>
                </a:lnTo>
                <a:lnTo>
                  <a:pt x="54104" y="38967"/>
                </a:lnTo>
                <a:lnTo>
                  <a:pt x="46309" y="50598"/>
                </a:lnTo>
                <a:lnTo>
                  <a:pt x="39382" y="61835"/>
                </a:lnTo>
                <a:lnTo>
                  <a:pt x="32917" y="72676"/>
                </a:lnTo>
                <a:lnTo>
                  <a:pt x="26507" y="83117"/>
                </a:lnTo>
                <a:lnTo>
                  <a:pt x="19746" y="93157"/>
                </a:lnTo>
                <a:lnTo>
                  <a:pt x="12228" y="102792"/>
                </a:lnTo>
                <a:lnTo>
                  <a:pt x="7480" y="108727"/>
                </a:lnTo>
                <a:lnTo>
                  <a:pt x="3172" y="115052"/>
                </a:lnTo>
                <a:lnTo>
                  <a:pt x="335" y="119710"/>
                </a:lnTo>
                <a:lnTo>
                  <a:pt x="0" y="120638"/>
                </a:lnTo>
                <a:lnTo>
                  <a:pt x="3197" y="11577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07969" y="2479884"/>
            <a:ext cx="65405" cy="92710"/>
          </a:xfrm>
          <a:custGeom>
            <a:avLst/>
            <a:gdLst/>
            <a:ahLst/>
            <a:cxnLst/>
            <a:rect l="l" t="t" r="r" b="b"/>
            <a:pathLst>
              <a:path w="65404" h="92710">
                <a:moveTo>
                  <a:pt x="934" y="78276"/>
                </a:moveTo>
                <a:lnTo>
                  <a:pt x="934" y="85261"/>
                </a:lnTo>
                <a:lnTo>
                  <a:pt x="934" y="88055"/>
                </a:lnTo>
                <a:lnTo>
                  <a:pt x="934" y="92627"/>
                </a:lnTo>
                <a:lnTo>
                  <a:pt x="550" y="80169"/>
                </a:lnTo>
                <a:lnTo>
                  <a:pt x="0" y="67369"/>
                </a:lnTo>
                <a:lnTo>
                  <a:pt x="187" y="54616"/>
                </a:lnTo>
                <a:lnTo>
                  <a:pt x="2015" y="42300"/>
                </a:lnTo>
                <a:lnTo>
                  <a:pt x="6389" y="30810"/>
                </a:lnTo>
                <a:lnTo>
                  <a:pt x="14034" y="17592"/>
                </a:lnTo>
                <a:lnTo>
                  <a:pt x="21252" y="6444"/>
                </a:lnTo>
                <a:lnTo>
                  <a:pt x="29033" y="0"/>
                </a:lnTo>
                <a:lnTo>
                  <a:pt x="38771" y="7605"/>
                </a:lnTo>
                <a:lnTo>
                  <a:pt x="61230" y="42737"/>
                </a:lnTo>
                <a:lnTo>
                  <a:pt x="65007" y="64707"/>
                </a:lnTo>
                <a:lnTo>
                  <a:pt x="64942" y="73704"/>
                </a:lnTo>
                <a:lnTo>
                  <a:pt x="64942" y="75863"/>
                </a:lnTo>
                <a:lnTo>
                  <a:pt x="64942" y="7827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37225" y="2508504"/>
            <a:ext cx="57150" cy="14604"/>
          </a:xfrm>
          <a:custGeom>
            <a:avLst/>
            <a:gdLst/>
            <a:ahLst/>
            <a:cxnLst/>
            <a:rect l="l" t="t" r="r" b="b"/>
            <a:pathLst>
              <a:path w="57150" h="14605">
                <a:moveTo>
                  <a:pt x="0" y="14350"/>
                </a:moveTo>
                <a:lnTo>
                  <a:pt x="11983" y="10800"/>
                </a:lnTo>
                <a:lnTo>
                  <a:pt x="23938" y="5985"/>
                </a:lnTo>
                <a:lnTo>
                  <a:pt x="36015" y="1627"/>
                </a:lnTo>
                <a:lnTo>
                  <a:pt x="47625" y="0"/>
                </a:lnTo>
                <a:lnTo>
                  <a:pt x="52197" y="0"/>
                </a:lnTo>
                <a:lnTo>
                  <a:pt x="57023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22009" y="2402077"/>
            <a:ext cx="72390" cy="141605"/>
          </a:xfrm>
          <a:custGeom>
            <a:avLst/>
            <a:gdLst/>
            <a:ahLst/>
            <a:cxnLst/>
            <a:rect l="l" t="t" r="r" b="b"/>
            <a:pathLst>
              <a:path w="72389" h="141605">
                <a:moveTo>
                  <a:pt x="0" y="0"/>
                </a:moveTo>
                <a:lnTo>
                  <a:pt x="11349" y="38598"/>
                </a:lnTo>
                <a:lnTo>
                  <a:pt x="37550" y="49816"/>
                </a:lnTo>
                <a:lnTo>
                  <a:pt x="49656" y="48703"/>
                </a:lnTo>
                <a:lnTo>
                  <a:pt x="56206" y="41817"/>
                </a:lnTo>
                <a:lnTo>
                  <a:pt x="59791" y="27120"/>
                </a:lnTo>
                <a:lnTo>
                  <a:pt x="63340" y="16752"/>
                </a:lnTo>
                <a:lnTo>
                  <a:pt x="63926" y="1934"/>
                </a:lnTo>
                <a:lnTo>
                  <a:pt x="64004" y="613"/>
                </a:lnTo>
                <a:lnTo>
                  <a:pt x="65693" y="15601"/>
                </a:lnTo>
                <a:lnTo>
                  <a:pt x="67935" y="27821"/>
                </a:lnTo>
                <a:lnTo>
                  <a:pt x="70069" y="38952"/>
                </a:lnTo>
                <a:lnTo>
                  <a:pt x="71437" y="50669"/>
                </a:lnTo>
                <a:lnTo>
                  <a:pt x="71718" y="65687"/>
                </a:lnTo>
                <a:lnTo>
                  <a:pt x="72001" y="79383"/>
                </a:lnTo>
                <a:lnTo>
                  <a:pt x="58268" y="129749"/>
                </a:lnTo>
                <a:lnTo>
                  <a:pt x="38991" y="141579"/>
                </a:lnTo>
                <a:lnTo>
                  <a:pt x="23090" y="139391"/>
                </a:lnTo>
                <a:lnTo>
                  <a:pt x="21454" y="131485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30014" y="2502120"/>
            <a:ext cx="85090" cy="78105"/>
          </a:xfrm>
          <a:custGeom>
            <a:avLst/>
            <a:gdLst/>
            <a:ahLst/>
            <a:cxnLst/>
            <a:rect l="l" t="t" r="r" b="b"/>
            <a:pathLst>
              <a:path w="85089" h="78105">
                <a:moveTo>
                  <a:pt x="6803" y="56040"/>
                </a:moveTo>
                <a:lnTo>
                  <a:pt x="6101" y="67621"/>
                </a:lnTo>
                <a:lnTo>
                  <a:pt x="99" y="77027"/>
                </a:lnTo>
                <a:lnTo>
                  <a:pt x="0" y="62437"/>
                </a:lnTo>
                <a:lnTo>
                  <a:pt x="11640" y="13284"/>
                </a:lnTo>
                <a:lnTo>
                  <a:pt x="39450" y="0"/>
                </a:lnTo>
                <a:lnTo>
                  <a:pt x="52292" y="11509"/>
                </a:lnTo>
                <a:lnTo>
                  <a:pt x="60783" y="22184"/>
                </a:lnTo>
                <a:lnTo>
                  <a:pt x="66326" y="32006"/>
                </a:lnTo>
                <a:lnTo>
                  <a:pt x="70324" y="40957"/>
                </a:lnTo>
                <a:lnTo>
                  <a:pt x="75971" y="53527"/>
                </a:lnTo>
                <a:lnTo>
                  <a:pt x="80942" y="64858"/>
                </a:lnTo>
                <a:lnTo>
                  <a:pt x="84785" y="76268"/>
                </a:lnTo>
                <a:lnTo>
                  <a:pt x="78177" y="77757"/>
                </a:lnTo>
                <a:lnTo>
                  <a:pt x="71192" y="77757"/>
                </a:lnTo>
                <a:lnTo>
                  <a:pt x="64207" y="7775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50915" y="2536825"/>
            <a:ext cx="50165" cy="7620"/>
          </a:xfrm>
          <a:custGeom>
            <a:avLst/>
            <a:gdLst/>
            <a:ahLst/>
            <a:cxnLst/>
            <a:rect l="l" t="t" r="r" b="b"/>
            <a:pathLst>
              <a:path w="50164" h="7619">
                <a:moveTo>
                  <a:pt x="0" y="7365"/>
                </a:moveTo>
                <a:lnTo>
                  <a:pt x="13766" y="6689"/>
                </a:lnTo>
                <a:lnTo>
                  <a:pt x="25829" y="4760"/>
                </a:lnTo>
                <a:lnTo>
                  <a:pt x="37607" y="1723"/>
                </a:lnTo>
                <a:lnTo>
                  <a:pt x="45338" y="0"/>
                </a:lnTo>
                <a:lnTo>
                  <a:pt x="47879" y="0"/>
                </a:lnTo>
                <a:lnTo>
                  <a:pt x="49911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36029" y="2387219"/>
            <a:ext cx="158115" cy="92075"/>
          </a:xfrm>
          <a:custGeom>
            <a:avLst/>
            <a:gdLst/>
            <a:ahLst/>
            <a:cxnLst/>
            <a:rect l="l" t="t" r="r" b="b"/>
            <a:pathLst>
              <a:path w="158115" h="92075">
                <a:moveTo>
                  <a:pt x="0" y="0"/>
                </a:moveTo>
                <a:lnTo>
                  <a:pt x="38156" y="8089"/>
                </a:lnTo>
                <a:lnTo>
                  <a:pt x="59874" y="20761"/>
                </a:lnTo>
                <a:lnTo>
                  <a:pt x="70819" y="27782"/>
                </a:lnTo>
                <a:lnTo>
                  <a:pt x="102925" y="49305"/>
                </a:lnTo>
                <a:lnTo>
                  <a:pt x="129401" y="73337"/>
                </a:lnTo>
                <a:lnTo>
                  <a:pt x="138084" y="82055"/>
                </a:lnTo>
                <a:lnTo>
                  <a:pt x="146026" y="88748"/>
                </a:lnTo>
                <a:lnTo>
                  <a:pt x="152478" y="91671"/>
                </a:lnTo>
                <a:lnTo>
                  <a:pt x="156693" y="89079"/>
                </a:lnTo>
                <a:lnTo>
                  <a:pt x="157606" y="81025"/>
                </a:lnTo>
                <a:lnTo>
                  <a:pt x="157606" y="76453"/>
                </a:lnTo>
                <a:lnTo>
                  <a:pt x="157606" y="7162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03567" y="2387219"/>
            <a:ext cx="75565" cy="119380"/>
          </a:xfrm>
          <a:custGeom>
            <a:avLst/>
            <a:gdLst/>
            <a:ahLst/>
            <a:cxnLst/>
            <a:rect l="l" t="t" r="r" b="b"/>
            <a:pathLst>
              <a:path w="75565" h="119380">
                <a:moveTo>
                  <a:pt x="75462" y="0"/>
                </a:moveTo>
                <a:lnTo>
                  <a:pt x="73806" y="12897"/>
                </a:lnTo>
                <a:lnTo>
                  <a:pt x="69059" y="23573"/>
                </a:lnTo>
                <a:lnTo>
                  <a:pt x="61553" y="35398"/>
                </a:lnTo>
                <a:lnTo>
                  <a:pt x="54770" y="46381"/>
                </a:lnTo>
                <a:lnTo>
                  <a:pt x="27188" y="88583"/>
                </a:lnTo>
                <a:lnTo>
                  <a:pt x="6615" y="112530"/>
                </a:lnTo>
                <a:lnTo>
                  <a:pt x="0" y="11918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072452" y="2466302"/>
            <a:ext cx="63500" cy="85725"/>
          </a:xfrm>
          <a:custGeom>
            <a:avLst/>
            <a:gdLst/>
            <a:ahLst/>
            <a:cxnLst/>
            <a:rect l="l" t="t" r="r" b="b"/>
            <a:pathLst>
              <a:path w="63500" h="85725">
                <a:moveTo>
                  <a:pt x="28118" y="28739"/>
                </a:moveTo>
                <a:lnTo>
                  <a:pt x="20977" y="41891"/>
                </a:lnTo>
                <a:lnTo>
                  <a:pt x="14174" y="50020"/>
                </a:lnTo>
                <a:lnTo>
                  <a:pt x="14148" y="57441"/>
                </a:lnTo>
                <a:lnTo>
                  <a:pt x="14148" y="59600"/>
                </a:lnTo>
                <a:lnTo>
                  <a:pt x="14148" y="64172"/>
                </a:lnTo>
                <a:lnTo>
                  <a:pt x="4264" y="54043"/>
                </a:lnTo>
                <a:lnTo>
                  <a:pt x="0" y="43761"/>
                </a:lnTo>
                <a:lnTo>
                  <a:pt x="3116" y="27664"/>
                </a:lnTo>
                <a:lnTo>
                  <a:pt x="11236" y="17920"/>
                </a:lnTo>
                <a:lnTo>
                  <a:pt x="21407" y="11323"/>
                </a:lnTo>
                <a:lnTo>
                  <a:pt x="35342" y="2771"/>
                </a:lnTo>
                <a:lnTo>
                  <a:pt x="45544" y="0"/>
                </a:lnTo>
                <a:lnTo>
                  <a:pt x="53173" y="11481"/>
                </a:lnTo>
                <a:lnTo>
                  <a:pt x="52864" y="22166"/>
                </a:lnTo>
                <a:lnTo>
                  <a:pt x="47422" y="30898"/>
                </a:lnTo>
                <a:lnTo>
                  <a:pt x="44882" y="33311"/>
                </a:lnTo>
                <a:lnTo>
                  <a:pt x="42215" y="36105"/>
                </a:lnTo>
                <a:lnTo>
                  <a:pt x="49952" y="43146"/>
                </a:lnTo>
                <a:lnTo>
                  <a:pt x="59834" y="45997"/>
                </a:lnTo>
                <a:lnTo>
                  <a:pt x="63337" y="58022"/>
                </a:lnTo>
                <a:lnTo>
                  <a:pt x="27477" y="83752"/>
                </a:lnTo>
                <a:lnTo>
                  <a:pt x="15748" y="85552"/>
                </a:lnTo>
                <a:lnTo>
                  <a:pt x="20293" y="73370"/>
                </a:lnTo>
                <a:lnTo>
                  <a:pt x="28512" y="64090"/>
                </a:lnTo>
                <a:lnTo>
                  <a:pt x="39227" y="5639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45194" y="2400935"/>
            <a:ext cx="125730" cy="165100"/>
          </a:xfrm>
          <a:custGeom>
            <a:avLst/>
            <a:gdLst/>
            <a:ahLst/>
            <a:cxnLst/>
            <a:rect l="l" t="t" r="r" b="b"/>
            <a:pathLst>
              <a:path w="125729" h="165100">
                <a:moveTo>
                  <a:pt x="2060" y="21589"/>
                </a:moveTo>
                <a:lnTo>
                  <a:pt x="34373" y="48484"/>
                </a:lnTo>
                <a:lnTo>
                  <a:pt x="80791" y="59436"/>
                </a:lnTo>
                <a:lnTo>
                  <a:pt x="91294" y="62829"/>
                </a:lnTo>
                <a:lnTo>
                  <a:pt x="93023" y="52881"/>
                </a:lnTo>
                <a:lnTo>
                  <a:pt x="92649" y="37222"/>
                </a:lnTo>
                <a:lnTo>
                  <a:pt x="91173" y="20259"/>
                </a:lnTo>
                <a:lnTo>
                  <a:pt x="89596" y="6398"/>
                </a:lnTo>
                <a:lnTo>
                  <a:pt x="88918" y="46"/>
                </a:lnTo>
                <a:lnTo>
                  <a:pt x="91341" y="0"/>
                </a:lnTo>
                <a:lnTo>
                  <a:pt x="94135" y="0"/>
                </a:lnTo>
                <a:lnTo>
                  <a:pt x="96548" y="0"/>
                </a:lnTo>
                <a:lnTo>
                  <a:pt x="98778" y="13824"/>
                </a:lnTo>
                <a:lnTo>
                  <a:pt x="102784" y="24594"/>
                </a:lnTo>
                <a:lnTo>
                  <a:pt x="106284" y="37705"/>
                </a:lnTo>
                <a:lnTo>
                  <a:pt x="110734" y="50271"/>
                </a:lnTo>
                <a:lnTo>
                  <a:pt x="115511" y="62374"/>
                </a:lnTo>
                <a:lnTo>
                  <a:pt x="119995" y="74094"/>
                </a:lnTo>
                <a:lnTo>
                  <a:pt x="123564" y="85513"/>
                </a:lnTo>
                <a:lnTo>
                  <a:pt x="125685" y="101530"/>
                </a:lnTo>
                <a:lnTo>
                  <a:pt x="125678" y="114995"/>
                </a:lnTo>
                <a:lnTo>
                  <a:pt x="97260" y="153131"/>
                </a:lnTo>
                <a:lnTo>
                  <a:pt x="60595" y="163845"/>
                </a:lnTo>
                <a:lnTo>
                  <a:pt x="48907" y="164497"/>
                </a:lnTo>
                <a:lnTo>
                  <a:pt x="29250" y="164216"/>
                </a:lnTo>
                <a:lnTo>
                  <a:pt x="23911" y="16059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42472" y="2485386"/>
            <a:ext cx="75565" cy="93345"/>
          </a:xfrm>
          <a:custGeom>
            <a:avLst/>
            <a:gdLst/>
            <a:ahLst/>
            <a:cxnLst/>
            <a:rect l="l" t="t" r="r" b="b"/>
            <a:pathLst>
              <a:path w="75565" h="93344">
                <a:moveTo>
                  <a:pt x="743" y="8512"/>
                </a:moveTo>
                <a:lnTo>
                  <a:pt x="1108" y="22012"/>
                </a:lnTo>
                <a:lnTo>
                  <a:pt x="3300" y="34522"/>
                </a:lnTo>
                <a:lnTo>
                  <a:pt x="11957" y="48915"/>
                </a:lnTo>
                <a:lnTo>
                  <a:pt x="14987" y="56802"/>
                </a:lnTo>
                <a:lnTo>
                  <a:pt x="5246" y="52136"/>
                </a:lnTo>
                <a:lnTo>
                  <a:pt x="1136" y="41143"/>
                </a:lnTo>
                <a:lnTo>
                  <a:pt x="0" y="27853"/>
                </a:lnTo>
                <a:lnTo>
                  <a:pt x="230" y="13672"/>
                </a:lnTo>
                <a:lnTo>
                  <a:pt x="4570" y="3241"/>
                </a:lnTo>
                <a:lnTo>
                  <a:pt x="19771" y="0"/>
                </a:lnTo>
                <a:lnTo>
                  <a:pt x="32206" y="1989"/>
                </a:lnTo>
                <a:lnTo>
                  <a:pt x="35193" y="17248"/>
                </a:lnTo>
                <a:lnTo>
                  <a:pt x="33357" y="27416"/>
                </a:lnTo>
                <a:lnTo>
                  <a:pt x="30091" y="36935"/>
                </a:lnTo>
                <a:lnTo>
                  <a:pt x="43308" y="36891"/>
                </a:lnTo>
                <a:lnTo>
                  <a:pt x="54628" y="38111"/>
                </a:lnTo>
                <a:lnTo>
                  <a:pt x="65728" y="44203"/>
                </a:lnTo>
                <a:lnTo>
                  <a:pt x="75419" y="52327"/>
                </a:lnTo>
                <a:lnTo>
                  <a:pt x="73641" y="54486"/>
                </a:lnTo>
                <a:lnTo>
                  <a:pt x="73641" y="65789"/>
                </a:lnTo>
                <a:lnTo>
                  <a:pt x="39873" y="83837"/>
                </a:lnTo>
                <a:lnTo>
                  <a:pt x="14318" y="90367"/>
                </a:lnTo>
                <a:lnTo>
                  <a:pt x="4657" y="9319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30628" y="2693542"/>
            <a:ext cx="87630" cy="273050"/>
          </a:xfrm>
          <a:custGeom>
            <a:avLst/>
            <a:gdLst/>
            <a:ahLst/>
            <a:cxnLst/>
            <a:rect l="l" t="t" r="r" b="b"/>
            <a:pathLst>
              <a:path w="87629" h="273050">
                <a:moveTo>
                  <a:pt x="87165" y="0"/>
                </a:moveTo>
                <a:lnTo>
                  <a:pt x="74251" y="2624"/>
                </a:lnTo>
                <a:lnTo>
                  <a:pt x="67786" y="9986"/>
                </a:lnTo>
                <a:lnTo>
                  <a:pt x="62724" y="21319"/>
                </a:lnTo>
                <a:lnTo>
                  <a:pt x="55642" y="33764"/>
                </a:lnTo>
                <a:lnTo>
                  <a:pt x="38287" y="69564"/>
                </a:lnTo>
                <a:lnTo>
                  <a:pt x="21760" y="115656"/>
                </a:lnTo>
                <a:lnTo>
                  <a:pt x="14647" y="140608"/>
                </a:lnTo>
                <a:lnTo>
                  <a:pt x="10910" y="153639"/>
                </a:lnTo>
                <a:lnTo>
                  <a:pt x="1893" y="190774"/>
                </a:lnTo>
                <a:lnTo>
                  <a:pt x="0" y="214018"/>
                </a:lnTo>
                <a:lnTo>
                  <a:pt x="975" y="225222"/>
                </a:lnTo>
                <a:lnTo>
                  <a:pt x="18344" y="262439"/>
                </a:lnTo>
                <a:lnTo>
                  <a:pt x="37381" y="272796"/>
                </a:lnTo>
                <a:lnTo>
                  <a:pt x="39540" y="272796"/>
                </a:lnTo>
                <a:lnTo>
                  <a:pt x="44493" y="27279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45052" y="2786930"/>
            <a:ext cx="78740" cy="94615"/>
          </a:xfrm>
          <a:custGeom>
            <a:avLst/>
            <a:gdLst/>
            <a:ahLst/>
            <a:cxnLst/>
            <a:rect l="l" t="t" r="r" b="b"/>
            <a:pathLst>
              <a:path w="78739" h="94614">
                <a:moveTo>
                  <a:pt x="1062" y="21547"/>
                </a:moveTo>
                <a:lnTo>
                  <a:pt x="638" y="33928"/>
                </a:lnTo>
                <a:lnTo>
                  <a:pt x="0" y="47127"/>
                </a:lnTo>
                <a:lnTo>
                  <a:pt x="94" y="60339"/>
                </a:lnTo>
                <a:lnTo>
                  <a:pt x="1871" y="72756"/>
                </a:lnTo>
                <a:lnTo>
                  <a:pt x="6279" y="83574"/>
                </a:lnTo>
                <a:lnTo>
                  <a:pt x="16362" y="91921"/>
                </a:lnTo>
                <a:lnTo>
                  <a:pt x="26911" y="94042"/>
                </a:lnTo>
                <a:lnTo>
                  <a:pt x="37491" y="92000"/>
                </a:lnTo>
                <a:lnTo>
                  <a:pt x="69588" y="70280"/>
                </a:lnTo>
                <a:lnTo>
                  <a:pt x="78316" y="46722"/>
                </a:lnTo>
                <a:lnTo>
                  <a:pt x="77752" y="26191"/>
                </a:lnTo>
                <a:lnTo>
                  <a:pt x="73283" y="12896"/>
                </a:lnTo>
                <a:lnTo>
                  <a:pt x="65278" y="5194"/>
                </a:lnTo>
                <a:lnTo>
                  <a:pt x="54104" y="1442"/>
                </a:lnTo>
                <a:lnTo>
                  <a:pt x="40131" y="0"/>
                </a:lnTo>
                <a:lnTo>
                  <a:pt x="23928" y="697"/>
                </a:lnTo>
                <a:lnTo>
                  <a:pt x="11957" y="5065"/>
                </a:lnTo>
                <a:lnTo>
                  <a:pt x="3995" y="1386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47803" y="2909061"/>
            <a:ext cx="55244" cy="83820"/>
          </a:xfrm>
          <a:custGeom>
            <a:avLst/>
            <a:gdLst/>
            <a:ahLst/>
            <a:cxnLst/>
            <a:rect l="l" t="t" r="r" b="b"/>
            <a:pathLst>
              <a:path w="55245" h="83819">
                <a:moveTo>
                  <a:pt x="54902" y="0"/>
                </a:moveTo>
                <a:lnTo>
                  <a:pt x="50307" y="12315"/>
                </a:lnTo>
                <a:lnTo>
                  <a:pt x="44068" y="21395"/>
                </a:lnTo>
                <a:lnTo>
                  <a:pt x="36079" y="31836"/>
                </a:lnTo>
                <a:lnTo>
                  <a:pt x="27473" y="43146"/>
                </a:lnTo>
                <a:lnTo>
                  <a:pt x="18361" y="52705"/>
                </a:lnTo>
                <a:lnTo>
                  <a:pt x="9684" y="61615"/>
                </a:lnTo>
                <a:lnTo>
                  <a:pt x="2380" y="70977"/>
                </a:lnTo>
                <a:lnTo>
                  <a:pt x="0" y="83253"/>
                </a:lnTo>
                <a:lnTo>
                  <a:pt x="1081" y="8302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53075" y="2828139"/>
            <a:ext cx="102235" cy="66040"/>
          </a:xfrm>
          <a:custGeom>
            <a:avLst/>
            <a:gdLst/>
            <a:ahLst/>
            <a:cxnLst/>
            <a:rect l="l" t="t" r="r" b="b"/>
            <a:pathLst>
              <a:path w="102235" h="66039">
                <a:moveTo>
                  <a:pt x="6653" y="23518"/>
                </a:moveTo>
                <a:lnTo>
                  <a:pt x="0" y="34121"/>
                </a:lnTo>
                <a:lnTo>
                  <a:pt x="339" y="43176"/>
                </a:lnTo>
                <a:lnTo>
                  <a:pt x="12803" y="57146"/>
                </a:lnTo>
                <a:lnTo>
                  <a:pt x="22227" y="63879"/>
                </a:lnTo>
                <a:lnTo>
                  <a:pt x="31997" y="66015"/>
                </a:lnTo>
                <a:lnTo>
                  <a:pt x="48803" y="65180"/>
                </a:lnTo>
                <a:lnTo>
                  <a:pt x="91906" y="45304"/>
                </a:lnTo>
                <a:lnTo>
                  <a:pt x="101674" y="22864"/>
                </a:lnTo>
                <a:lnTo>
                  <a:pt x="100785" y="11340"/>
                </a:lnTo>
                <a:lnTo>
                  <a:pt x="90953" y="5012"/>
                </a:lnTo>
                <a:lnTo>
                  <a:pt x="77785" y="1369"/>
                </a:lnTo>
                <a:lnTo>
                  <a:pt x="63521" y="0"/>
                </a:lnTo>
                <a:lnTo>
                  <a:pt x="50402" y="494"/>
                </a:lnTo>
                <a:lnTo>
                  <a:pt x="8087" y="21081"/>
                </a:lnTo>
                <a:lnTo>
                  <a:pt x="11225" y="18692"/>
                </a:lnTo>
                <a:lnTo>
                  <a:pt x="13638" y="1627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37834" y="2721513"/>
            <a:ext cx="92710" cy="232410"/>
          </a:xfrm>
          <a:custGeom>
            <a:avLst/>
            <a:gdLst/>
            <a:ahLst/>
            <a:cxnLst/>
            <a:rect l="l" t="t" r="r" b="b"/>
            <a:pathLst>
              <a:path w="92710" h="232410">
                <a:moveTo>
                  <a:pt x="0" y="7970"/>
                </a:moveTo>
                <a:lnTo>
                  <a:pt x="10767" y="3482"/>
                </a:lnTo>
                <a:lnTo>
                  <a:pt x="21984" y="0"/>
                </a:lnTo>
                <a:lnTo>
                  <a:pt x="34428" y="5279"/>
                </a:lnTo>
                <a:lnTo>
                  <a:pt x="65403" y="31920"/>
                </a:lnTo>
                <a:lnTo>
                  <a:pt x="84350" y="68815"/>
                </a:lnTo>
                <a:lnTo>
                  <a:pt x="91621" y="106319"/>
                </a:lnTo>
                <a:lnTo>
                  <a:pt x="92584" y="141551"/>
                </a:lnTo>
                <a:lnTo>
                  <a:pt x="92111" y="154721"/>
                </a:lnTo>
                <a:lnTo>
                  <a:pt x="84957" y="193188"/>
                </a:lnTo>
                <a:lnTo>
                  <a:pt x="64896" y="229839"/>
                </a:lnTo>
                <a:lnTo>
                  <a:pt x="63373" y="232252"/>
                </a:lnTo>
                <a:lnTo>
                  <a:pt x="56895" y="23072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60235" y="2803472"/>
            <a:ext cx="239395" cy="105410"/>
          </a:xfrm>
          <a:custGeom>
            <a:avLst/>
            <a:gdLst/>
            <a:ahLst/>
            <a:cxnLst/>
            <a:rect l="l" t="t" r="r" b="b"/>
            <a:pathLst>
              <a:path w="239395" h="105410">
                <a:moveTo>
                  <a:pt x="0" y="56821"/>
                </a:moveTo>
                <a:lnTo>
                  <a:pt x="12468" y="55079"/>
                </a:lnTo>
                <a:lnTo>
                  <a:pt x="24899" y="52975"/>
                </a:lnTo>
                <a:lnTo>
                  <a:pt x="37325" y="50658"/>
                </a:lnTo>
                <a:lnTo>
                  <a:pt x="49779" y="48277"/>
                </a:lnTo>
                <a:lnTo>
                  <a:pt x="62294" y="45984"/>
                </a:lnTo>
                <a:lnTo>
                  <a:pt x="101519" y="41063"/>
                </a:lnTo>
                <a:lnTo>
                  <a:pt x="127408" y="39673"/>
                </a:lnTo>
                <a:lnTo>
                  <a:pt x="139715" y="39033"/>
                </a:lnTo>
                <a:lnTo>
                  <a:pt x="151794" y="38132"/>
                </a:lnTo>
                <a:lnTo>
                  <a:pt x="163793" y="36749"/>
                </a:lnTo>
                <a:lnTo>
                  <a:pt x="175862" y="34662"/>
                </a:lnTo>
                <a:lnTo>
                  <a:pt x="178942" y="34469"/>
                </a:lnTo>
                <a:lnTo>
                  <a:pt x="181356" y="34469"/>
                </a:lnTo>
                <a:lnTo>
                  <a:pt x="183514" y="34469"/>
                </a:lnTo>
                <a:lnTo>
                  <a:pt x="178672" y="22859"/>
                </a:lnTo>
                <a:lnTo>
                  <a:pt x="170061" y="12980"/>
                </a:lnTo>
                <a:lnTo>
                  <a:pt x="157921" y="6259"/>
                </a:lnTo>
                <a:lnTo>
                  <a:pt x="144005" y="3666"/>
                </a:lnTo>
                <a:lnTo>
                  <a:pt x="131425" y="2001"/>
                </a:lnTo>
                <a:lnTo>
                  <a:pt x="119667" y="321"/>
                </a:lnTo>
                <a:lnTo>
                  <a:pt x="168463" y="3471"/>
                </a:lnTo>
                <a:lnTo>
                  <a:pt x="182537" y="5382"/>
                </a:lnTo>
                <a:lnTo>
                  <a:pt x="195142" y="7035"/>
                </a:lnTo>
                <a:lnTo>
                  <a:pt x="208866" y="9114"/>
                </a:lnTo>
                <a:lnTo>
                  <a:pt x="222134" y="12728"/>
                </a:lnTo>
                <a:lnTo>
                  <a:pt x="233369" y="18983"/>
                </a:lnTo>
                <a:lnTo>
                  <a:pt x="238819" y="32477"/>
                </a:lnTo>
                <a:lnTo>
                  <a:pt x="237979" y="43425"/>
                </a:lnTo>
                <a:lnTo>
                  <a:pt x="208237" y="70408"/>
                </a:lnTo>
                <a:lnTo>
                  <a:pt x="185505" y="82429"/>
                </a:lnTo>
                <a:lnTo>
                  <a:pt x="174212" y="88304"/>
                </a:lnTo>
                <a:lnTo>
                  <a:pt x="163333" y="94530"/>
                </a:lnTo>
                <a:lnTo>
                  <a:pt x="152193" y="103940"/>
                </a:lnTo>
                <a:lnTo>
                  <a:pt x="150417" y="10501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10579" y="2672460"/>
            <a:ext cx="76200" cy="239395"/>
          </a:xfrm>
          <a:custGeom>
            <a:avLst/>
            <a:gdLst/>
            <a:ahLst/>
            <a:cxnLst/>
            <a:rect l="l" t="t" r="r" b="b"/>
            <a:pathLst>
              <a:path w="76200" h="239394">
                <a:moveTo>
                  <a:pt x="56462" y="0"/>
                </a:moveTo>
                <a:lnTo>
                  <a:pt x="47328" y="6453"/>
                </a:lnTo>
                <a:lnTo>
                  <a:pt x="40209" y="16907"/>
                </a:lnTo>
                <a:lnTo>
                  <a:pt x="34203" y="29474"/>
                </a:lnTo>
                <a:lnTo>
                  <a:pt x="28402" y="42265"/>
                </a:lnTo>
                <a:lnTo>
                  <a:pt x="22773" y="54289"/>
                </a:lnTo>
                <a:lnTo>
                  <a:pt x="9235" y="90115"/>
                </a:lnTo>
                <a:lnTo>
                  <a:pt x="49" y="139737"/>
                </a:lnTo>
                <a:lnTo>
                  <a:pt x="0" y="156400"/>
                </a:lnTo>
                <a:lnTo>
                  <a:pt x="1145" y="170518"/>
                </a:lnTo>
                <a:lnTo>
                  <a:pt x="16439" y="214049"/>
                </a:lnTo>
                <a:lnTo>
                  <a:pt x="54639" y="238966"/>
                </a:lnTo>
                <a:lnTo>
                  <a:pt x="68381" y="230405"/>
                </a:lnTo>
                <a:lnTo>
                  <a:pt x="76160" y="22360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38241" y="2758608"/>
            <a:ext cx="87630" cy="86360"/>
          </a:xfrm>
          <a:custGeom>
            <a:avLst/>
            <a:gdLst/>
            <a:ahLst/>
            <a:cxnLst/>
            <a:rect l="l" t="t" r="r" b="b"/>
            <a:pathLst>
              <a:path w="87629" h="86360">
                <a:moveTo>
                  <a:pt x="14525" y="7450"/>
                </a:moveTo>
                <a:lnTo>
                  <a:pt x="7702" y="17899"/>
                </a:lnTo>
                <a:lnTo>
                  <a:pt x="2768" y="29673"/>
                </a:lnTo>
                <a:lnTo>
                  <a:pt x="175" y="42744"/>
                </a:lnTo>
                <a:lnTo>
                  <a:pt x="0" y="57132"/>
                </a:lnTo>
                <a:lnTo>
                  <a:pt x="2642" y="69803"/>
                </a:lnTo>
                <a:lnTo>
                  <a:pt x="9906" y="79856"/>
                </a:lnTo>
                <a:lnTo>
                  <a:pt x="27404" y="84892"/>
                </a:lnTo>
                <a:lnTo>
                  <a:pt x="40739" y="86043"/>
                </a:lnTo>
                <a:lnTo>
                  <a:pt x="51029" y="84180"/>
                </a:lnTo>
                <a:lnTo>
                  <a:pt x="83941" y="56795"/>
                </a:lnTo>
                <a:lnTo>
                  <a:pt x="87023" y="47060"/>
                </a:lnTo>
                <a:lnTo>
                  <a:pt x="86242" y="36690"/>
                </a:lnTo>
                <a:lnTo>
                  <a:pt x="60497" y="5940"/>
                </a:lnTo>
                <a:lnTo>
                  <a:pt x="25512" y="0"/>
                </a:lnTo>
                <a:lnTo>
                  <a:pt x="10554" y="663"/>
                </a:lnTo>
                <a:lnTo>
                  <a:pt x="10209" y="411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36362" y="2880105"/>
            <a:ext cx="66675" cy="57785"/>
          </a:xfrm>
          <a:custGeom>
            <a:avLst/>
            <a:gdLst/>
            <a:ahLst/>
            <a:cxnLst/>
            <a:rect l="l" t="t" r="r" b="b"/>
            <a:pathLst>
              <a:path w="66675" h="57785">
                <a:moveTo>
                  <a:pt x="66392" y="0"/>
                </a:moveTo>
                <a:lnTo>
                  <a:pt x="56915" y="8895"/>
                </a:lnTo>
                <a:lnTo>
                  <a:pt x="47100" y="17027"/>
                </a:lnTo>
                <a:lnTo>
                  <a:pt x="37164" y="24787"/>
                </a:lnTo>
                <a:lnTo>
                  <a:pt x="27327" y="32567"/>
                </a:lnTo>
                <a:lnTo>
                  <a:pt x="15882" y="41419"/>
                </a:lnTo>
                <a:lnTo>
                  <a:pt x="5708" y="49264"/>
                </a:lnTo>
                <a:lnTo>
                  <a:pt x="0" y="54935"/>
                </a:lnTo>
                <a:lnTo>
                  <a:pt x="1950" y="5726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80599" y="2751337"/>
            <a:ext cx="92710" cy="80010"/>
          </a:xfrm>
          <a:custGeom>
            <a:avLst/>
            <a:gdLst/>
            <a:ahLst/>
            <a:cxnLst/>
            <a:rect l="l" t="t" r="r" b="b"/>
            <a:pathLst>
              <a:path w="92709" h="80010">
                <a:moveTo>
                  <a:pt x="7752" y="7356"/>
                </a:moveTo>
                <a:lnTo>
                  <a:pt x="3298" y="18077"/>
                </a:lnTo>
                <a:lnTo>
                  <a:pt x="0" y="29271"/>
                </a:lnTo>
                <a:lnTo>
                  <a:pt x="4905" y="43182"/>
                </a:lnTo>
                <a:lnTo>
                  <a:pt x="28260" y="74271"/>
                </a:lnTo>
                <a:lnTo>
                  <a:pt x="55703" y="79509"/>
                </a:lnTo>
                <a:lnTo>
                  <a:pt x="67379" y="77420"/>
                </a:lnTo>
                <a:lnTo>
                  <a:pt x="76615" y="73321"/>
                </a:lnTo>
                <a:lnTo>
                  <a:pt x="87438" y="62636"/>
                </a:lnTo>
                <a:lnTo>
                  <a:pt x="92141" y="52513"/>
                </a:lnTo>
                <a:lnTo>
                  <a:pt x="91995" y="42376"/>
                </a:lnTo>
                <a:lnTo>
                  <a:pt x="70274" y="10000"/>
                </a:lnTo>
                <a:lnTo>
                  <a:pt x="31739" y="226"/>
                </a:lnTo>
                <a:lnTo>
                  <a:pt x="21653" y="0"/>
                </a:lnTo>
                <a:lnTo>
                  <a:pt x="19433" y="84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471501" y="2651125"/>
            <a:ext cx="81280" cy="290195"/>
          </a:xfrm>
          <a:custGeom>
            <a:avLst/>
            <a:gdLst/>
            <a:ahLst/>
            <a:cxnLst/>
            <a:rect l="l" t="t" r="r" b="b"/>
            <a:pathLst>
              <a:path w="81279" h="290194">
                <a:moveTo>
                  <a:pt x="23784" y="0"/>
                </a:moveTo>
                <a:lnTo>
                  <a:pt x="56406" y="38211"/>
                </a:lnTo>
                <a:lnTo>
                  <a:pt x="75934" y="74715"/>
                </a:lnTo>
                <a:lnTo>
                  <a:pt x="81213" y="122032"/>
                </a:lnTo>
                <a:lnTo>
                  <a:pt x="80837" y="138447"/>
                </a:lnTo>
                <a:lnTo>
                  <a:pt x="75347" y="179421"/>
                </a:lnTo>
                <a:lnTo>
                  <a:pt x="58098" y="222919"/>
                </a:lnTo>
                <a:lnTo>
                  <a:pt x="33842" y="257561"/>
                </a:lnTo>
                <a:lnTo>
                  <a:pt x="8420" y="282345"/>
                </a:lnTo>
                <a:lnTo>
                  <a:pt x="0" y="28974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596293" y="3158617"/>
            <a:ext cx="86995" cy="274320"/>
          </a:xfrm>
          <a:custGeom>
            <a:avLst/>
            <a:gdLst/>
            <a:ahLst/>
            <a:cxnLst/>
            <a:rect l="l" t="t" r="r" b="b"/>
            <a:pathLst>
              <a:path w="86995" h="274320">
                <a:moveTo>
                  <a:pt x="86448" y="0"/>
                </a:moveTo>
                <a:lnTo>
                  <a:pt x="49029" y="34196"/>
                </a:lnTo>
                <a:lnTo>
                  <a:pt x="27008" y="70041"/>
                </a:lnTo>
                <a:lnTo>
                  <a:pt x="7551" y="116243"/>
                </a:lnTo>
                <a:lnTo>
                  <a:pt x="760" y="154469"/>
                </a:lnTo>
                <a:lnTo>
                  <a:pt x="0" y="181876"/>
                </a:lnTo>
                <a:lnTo>
                  <a:pt x="685" y="194548"/>
                </a:lnTo>
                <a:lnTo>
                  <a:pt x="11056" y="240469"/>
                </a:lnTo>
                <a:lnTo>
                  <a:pt x="40138" y="274237"/>
                </a:lnTo>
                <a:lnTo>
                  <a:pt x="50467" y="271797"/>
                </a:lnTo>
                <a:lnTo>
                  <a:pt x="52920" y="269494"/>
                </a:lnTo>
                <a:lnTo>
                  <a:pt x="55333" y="266700"/>
                </a:lnTo>
                <a:lnTo>
                  <a:pt x="57746" y="26454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98268" y="3265932"/>
            <a:ext cx="60325" cy="101600"/>
          </a:xfrm>
          <a:custGeom>
            <a:avLst/>
            <a:gdLst/>
            <a:ahLst/>
            <a:cxnLst/>
            <a:rect l="l" t="t" r="r" b="b"/>
            <a:pathLst>
              <a:path w="60325" h="101600">
                <a:moveTo>
                  <a:pt x="12794" y="0"/>
                </a:moveTo>
                <a:lnTo>
                  <a:pt x="12794" y="12564"/>
                </a:lnTo>
                <a:lnTo>
                  <a:pt x="12794" y="25271"/>
                </a:lnTo>
                <a:lnTo>
                  <a:pt x="12794" y="38059"/>
                </a:lnTo>
                <a:lnTo>
                  <a:pt x="25951" y="40304"/>
                </a:lnTo>
                <a:lnTo>
                  <a:pt x="35802" y="37410"/>
                </a:lnTo>
                <a:lnTo>
                  <a:pt x="48100" y="35305"/>
                </a:lnTo>
                <a:lnTo>
                  <a:pt x="50259" y="35305"/>
                </a:lnTo>
                <a:lnTo>
                  <a:pt x="55085" y="35305"/>
                </a:lnTo>
                <a:lnTo>
                  <a:pt x="56734" y="48440"/>
                </a:lnTo>
                <a:lnTo>
                  <a:pt x="60046" y="59244"/>
                </a:lnTo>
                <a:lnTo>
                  <a:pt x="58889" y="74343"/>
                </a:lnTo>
                <a:lnTo>
                  <a:pt x="53716" y="88958"/>
                </a:lnTo>
                <a:lnTo>
                  <a:pt x="48830" y="98508"/>
                </a:lnTo>
                <a:lnTo>
                  <a:pt x="37281" y="101339"/>
                </a:lnTo>
                <a:lnTo>
                  <a:pt x="22684" y="101270"/>
                </a:lnTo>
                <a:lnTo>
                  <a:pt x="10102" y="97487"/>
                </a:lnTo>
                <a:lnTo>
                  <a:pt x="5202" y="82524"/>
                </a:lnTo>
                <a:lnTo>
                  <a:pt x="0" y="7357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96458" y="3222268"/>
            <a:ext cx="106045" cy="36830"/>
          </a:xfrm>
          <a:custGeom>
            <a:avLst/>
            <a:gdLst/>
            <a:ahLst/>
            <a:cxnLst/>
            <a:rect l="l" t="t" r="r" b="b"/>
            <a:pathLst>
              <a:path w="106045" h="36829">
                <a:moveTo>
                  <a:pt x="0" y="36297"/>
                </a:moveTo>
                <a:lnTo>
                  <a:pt x="7125" y="28837"/>
                </a:lnTo>
                <a:lnTo>
                  <a:pt x="19282" y="25070"/>
                </a:lnTo>
                <a:lnTo>
                  <a:pt x="34811" y="19166"/>
                </a:lnTo>
                <a:lnTo>
                  <a:pt x="47783" y="15433"/>
                </a:lnTo>
                <a:lnTo>
                  <a:pt x="59100" y="13062"/>
                </a:lnTo>
                <a:lnTo>
                  <a:pt x="69664" y="11244"/>
                </a:lnTo>
                <a:lnTo>
                  <a:pt x="80374" y="9171"/>
                </a:lnTo>
                <a:lnTo>
                  <a:pt x="95808" y="2488"/>
                </a:lnTo>
                <a:lnTo>
                  <a:pt x="105749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817510" y="3237229"/>
            <a:ext cx="86995" cy="85725"/>
          </a:xfrm>
          <a:custGeom>
            <a:avLst/>
            <a:gdLst/>
            <a:ahLst/>
            <a:cxnLst/>
            <a:rect l="l" t="t" r="r" b="b"/>
            <a:pathLst>
              <a:path w="86995" h="85725">
                <a:moveTo>
                  <a:pt x="13948" y="0"/>
                </a:moveTo>
                <a:lnTo>
                  <a:pt x="8791" y="9569"/>
                </a:lnTo>
                <a:lnTo>
                  <a:pt x="2730" y="19761"/>
                </a:lnTo>
                <a:lnTo>
                  <a:pt x="0" y="35682"/>
                </a:lnTo>
                <a:lnTo>
                  <a:pt x="13164" y="74443"/>
                </a:lnTo>
                <a:lnTo>
                  <a:pt x="47487" y="85646"/>
                </a:lnTo>
                <a:lnTo>
                  <a:pt x="61594" y="85007"/>
                </a:lnTo>
                <a:lnTo>
                  <a:pt x="73112" y="82264"/>
                </a:lnTo>
                <a:lnTo>
                  <a:pt x="81875" y="76143"/>
                </a:lnTo>
                <a:lnTo>
                  <a:pt x="86193" y="63747"/>
                </a:lnTo>
                <a:lnTo>
                  <a:pt x="86617" y="49988"/>
                </a:lnTo>
                <a:lnTo>
                  <a:pt x="83862" y="37582"/>
                </a:lnTo>
                <a:lnTo>
                  <a:pt x="78643" y="29248"/>
                </a:lnTo>
                <a:lnTo>
                  <a:pt x="71050" y="23671"/>
                </a:lnTo>
                <a:lnTo>
                  <a:pt x="59971" y="16955"/>
                </a:lnTo>
                <a:lnTo>
                  <a:pt x="48070" y="12171"/>
                </a:lnTo>
                <a:lnTo>
                  <a:pt x="38015" y="12387"/>
                </a:lnTo>
                <a:lnTo>
                  <a:pt x="35538" y="16510"/>
                </a:lnTo>
                <a:lnTo>
                  <a:pt x="35538" y="18923"/>
                </a:lnTo>
                <a:lnTo>
                  <a:pt x="35538" y="2133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902705" y="3344545"/>
            <a:ext cx="64135" cy="79375"/>
          </a:xfrm>
          <a:custGeom>
            <a:avLst/>
            <a:gdLst/>
            <a:ahLst/>
            <a:cxnLst/>
            <a:rect l="l" t="t" r="r" b="b"/>
            <a:pathLst>
              <a:path w="64135" h="79375">
                <a:moveTo>
                  <a:pt x="64008" y="0"/>
                </a:moveTo>
                <a:lnTo>
                  <a:pt x="55377" y="9712"/>
                </a:lnTo>
                <a:lnTo>
                  <a:pt x="47933" y="19771"/>
                </a:lnTo>
                <a:lnTo>
                  <a:pt x="40449" y="29817"/>
                </a:lnTo>
                <a:lnTo>
                  <a:pt x="32561" y="40893"/>
                </a:lnTo>
                <a:lnTo>
                  <a:pt x="26134" y="53004"/>
                </a:lnTo>
                <a:lnTo>
                  <a:pt x="20474" y="64517"/>
                </a:lnTo>
                <a:lnTo>
                  <a:pt x="14886" y="73798"/>
                </a:lnTo>
                <a:lnTo>
                  <a:pt x="8675" y="79213"/>
                </a:lnTo>
                <a:lnTo>
                  <a:pt x="1145" y="79130"/>
                </a:lnTo>
                <a:lnTo>
                  <a:pt x="0" y="76200"/>
                </a:lnTo>
                <a:lnTo>
                  <a:pt x="0" y="73787"/>
                </a:lnTo>
                <a:lnTo>
                  <a:pt x="0" y="71374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002146" y="3272177"/>
            <a:ext cx="91440" cy="58419"/>
          </a:xfrm>
          <a:custGeom>
            <a:avLst/>
            <a:gdLst/>
            <a:ahLst/>
            <a:cxnLst/>
            <a:rect l="l" t="t" r="r" b="b"/>
            <a:pathLst>
              <a:path w="91439" h="58420">
                <a:moveTo>
                  <a:pt x="0" y="29061"/>
                </a:moveTo>
                <a:lnTo>
                  <a:pt x="4200" y="42100"/>
                </a:lnTo>
                <a:lnTo>
                  <a:pt x="11146" y="52094"/>
                </a:lnTo>
                <a:lnTo>
                  <a:pt x="24702" y="56570"/>
                </a:lnTo>
                <a:lnTo>
                  <a:pt x="38567" y="58417"/>
                </a:lnTo>
                <a:lnTo>
                  <a:pt x="51917" y="58120"/>
                </a:lnTo>
                <a:lnTo>
                  <a:pt x="63928" y="56167"/>
                </a:lnTo>
                <a:lnTo>
                  <a:pt x="73776" y="53044"/>
                </a:lnTo>
                <a:lnTo>
                  <a:pt x="85788" y="44024"/>
                </a:lnTo>
                <a:lnTo>
                  <a:pt x="91141" y="34971"/>
                </a:lnTo>
                <a:lnTo>
                  <a:pt x="90534" y="25216"/>
                </a:lnTo>
                <a:lnTo>
                  <a:pt x="57689" y="1370"/>
                </a:lnTo>
                <a:lnTo>
                  <a:pt x="26033" y="0"/>
                </a:lnTo>
                <a:lnTo>
                  <a:pt x="17688" y="1465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087490" y="3172714"/>
            <a:ext cx="93345" cy="262890"/>
          </a:xfrm>
          <a:custGeom>
            <a:avLst/>
            <a:gdLst/>
            <a:ahLst/>
            <a:cxnLst/>
            <a:rect l="l" t="t" r="r" b="b"/>
            <a:pathLst>
              <a:path w="93345" h="262889">
                <a:moveTo>
                  <a:pt x="0" y="0"/>
                </a:moveTo>
                <a:lnTo>
                  <a:pt x="42364" y="26548"/>
                </a:lnTo>
                <a:lnTo>
                  <a:pt x="65874" y="61868"/>
                </a:lnTo>
                <a:lnTo>
                  <a:pt x="81911" y="97134"/>
                </a:lnTo>
                <a:lnTo>
                  <a:pt x="92443" y="146547"/>
                </a:lnTo>
                <a:lnTo>
                  <a:pt x="93122" y="160599"/>
                </a:lnTo>
                <a:lnTo>
                  <a:pt x="93035" y="173988"/>
                </a:lnTo>
                <a:lnTo>
                  <a:pt x="84529" y="221465"/>
                </a:lnTo>
                <a:lnTo>
                  <a:pt x="63408" y="257152"/>
                </a:lnTo>
                <a:lnTo>
                  <a:pt x="55469" y="26272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452615" y="3236341"/>
            <a:ext cx="234315" cy="90170"/>
          </a:xfrm>
          <a:custGeom>
            <a:avLst/>
            <a:gdLst/>
            <a:ahLst/>
            <a:cxnLst/>
            <a:rect l="l" t="t" r="r" b="b"/>
            <a:pathLst>
              <a:path w="234315" h="90170">
                <a:moveTo>
                  <a:pt x="0" y="43306"/>
                </a:moveTo>
                <a:lnTo>
                  <a:pt x="12979" y="42742"/>
                </a:lnTo>
                <a:lnTo>
                  <a:pt x="25560" y="41317"/>
                </a:lnTo>
                <a:lnTo>
                  <a:pt x="37958" y="39435"/>
                </a:lnTo>
                <a:lnTo>
                  <a:pt x="50390" y="37497"/>
                </a:lnTo>
                <a:lnTo>
                  <a:pt x="61754" y="36754"/>
                </a:lnTo>
                <a:lnTo>
                  <a:pt x="74743" y="36706"/>
                </a:lnTo>
                <a:lnTo>
                  <a:pt x="88913" y="37144"/>
                </a:lnTo>
                <a:lnTo>
                  <a:pt x="103817" y="37859"/>
                </a:lnTo>
                <a:lnTo>
                  <a:pt x="119009" y="38642"/>
                </a:lnTo>
                <a:lnTo>
                  <a:pt x="134045" y="39284"/>
                </a:lnTo>
                <a:lnTo>
                  <a:pt x="148478" y="39577"/>
                </a:lnTo>
                <a:lnTo>
                  <a:pt x="161862" y="39312"/>
                </a:lnTo>
                <a:lnTo>
                  <a:pt x="173752" y="38279"/>
                </a:lnTo>
                <a:lnTo>
                  <a:pt x="183701" y="36271"/>
                </a:lnTo>
                <a:lnTo>
                  <a:pt x="191265" y="33078"/>
                </a:lnTo>
                <a:lnTo>
                  <a:pt x="187072" y="21646"/>
                </a:lnTo>
                <a:lnTo>
                  <a:pt x="177180" y="17607"/>
                </a:lnTo>
                <a:lnTo>
                  <a:pt x="164206" y="15341"/>
                </a:lnTo>
                <a:lnTo>
                  <a:pt x="150025" y="10179"/>
                </a:lnTo>
                <a:lnTo>
                  <a:pt x="139927" y="5033"/>
                </a:lnTo>
                <a:lnTo>
                  <a:pt x="131340" y="2996"/>
                </a:lnTo>
                <a:lnTo>
                  <a:pt x="131671" y="1600"/>
                </a:lnTo>
                <a:lnTo>
                  <a:pt x="137825" y="723"/>
                </a:lnTo>
                <a:lnTo>
                  <a:pt x="146708" y="244"/>
                </a:lnTo>
                <a:lnTo>
                  <a:pt x="155223" y="43"/>
                </a:lnTo>
                <a:lnTo>
                  <a:pt x="160276" y="0"/>
                </a:lnTo>
                <a:lnTo>
                  <a:pt x="170966" y="4780"/>
                </a:lnTo>
                <a:lnTo>
                  <a:pt x="182709" y="10635"/>
                </a:lnTo>
                <a:lnTo>
                  <a:pt x="194869" y="16402"/>
                </a:lnTo>
                <a:lnTo>
                  <a:pt x="206811" y="20921"/>
                </a:lnTo>
                <a:lnTo>
                  <a:pt x="214846" y="23844"/>
                </a:lnTo>
                <a:lnTo>
                  <a:pt x="224421" y="29188"/>
                </a:lnTo>
                <a:lnTo>
                  <a:pt x="232035" y="36239"/>
                </a:lnTo>
                <a:lnTo>
                  <a:pt x="234185" y="44281"/>
                </a:lnTo>
                <a:lnTo>
                  <a:pt x="223476" y="54155"/>
                </a:lnTo>
                <a:lnTo>
                  <a:pt x="212414" y="61576"/>
                </a:lnTo>
                <a:lnTo>
                  <a:pt x="201399" y="67530"/>
                </a:lnTo>
                <a:lnTo>
                  <a:pt x="190827" y="73001"/>
                </a:lnTo>
                <a:lnTo>
                  <a:pt x="177834" y="81043"/>
                </a:lnTo>
                <a:lnTo>
                  <a:pt x="169823" y="86346"/>
                </a:lnTo>
                <a:lnTo>
                  <a:pt x="168609" y="9017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101760" y="3150107"/>
            <a:ext cx="57150" cy="236220"/>
          </a:xfrm>
          <a:custGeom>
            <a:avLst/>
            <a:gdLst/>
            <a:ahLst/>
            <a:cxnLst/>
            <a:rect l="l" t="t" r="r" b="b"/>
            <a:pathLst>
              <a:path w="57150" h="236220">
                <a:moveTo>
                  <a:pt x="56721" y="0"/>
                </a:moveTo>
                <a:lnTo>
                  <a:pt x="49410" y="10752"/>
                </a:lnTo>
                <a:lnTo>
                  <a:pt x="43586" y="21717"/>
                </a:lnTo>
                <a:lnTo>
                  <a:pt x="38598" y="32988"/>
                </a:lnTo>
                <a:lnTo>
                  <a:pt x="33797" y="44659"/>
                </a:lnTo>
                <a:lnTo>
                  <a:pt x="28532" y="56823"/>
                </a:lnTo>
                <a:lnTo>
                  <a:pt x="13978" y="93249"/>
                </a:lnTo>
                <a:lnTo>
                  <a:pt x="2466" y="141384"/>
                </a:lnTo>
                <a:lnTo>
                  <a:pt x="0" y="181727"/>
                </a:lnTo>
                <a:lnTo>
                  <a:pt x="1159" y="196230"/>
                </a:lnTo>
                <a:lnTo>
                  <a:pt x="4087" y="209882"/>
                </a:lnTo>
                <a:lnTo>
                  <a:pt x="9369" y="221763"/>
                </a:lnTo>
                <a:lnTo>
                  <a:pt x="17588" y="230956"/>
                </a:lnTo>
                <a:lnTo>
                  <a:pt x="36243" y="235042"/>
                </a:lnTo>
                <a:lnTo>
                  <a:pt x="45366" y="23616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194469" y="3207766"/>
            <a:ext cx="92075" cy="116205"/>
          </a:xfrm>
          <a:custGeom>
            <a:avLst/>
            <a:gdLst/>
            <a:ahLst/>
            <a:cxnLst/>
            <a:rect l="l" t="t" r="r" b="b"/>
            <a:pathLst>
              <a:path w="92075" h="116204">
                <a:moveTo>
                  <a:pt x="28401" y="0"/>
                </a:moveTo>
                <a:lnTo>
                  <a:pt x="27934" y="12043"/>
                </a:lnTo>
                <a:lnTo>
                  <a:pt x="28164" y="25411"/>
                </a:lnTo>
                <a:lnTo>
                  <a:pt x="31541" y="37500"/>
                </a:lnTo>
                <a:lnTo>
                  <a:pt x="43641" y="42672"/>
                </a:lnTo>
                <a:lnTo>
                  <a:pt x="46689" y="43180"/>
                </a:lnTo>
                <a:lnTo>
                  <a:pt x="49737" y="49911"/>
                </a:lnTo>
                <a:lnTo>
                  <a:pt x="58763" y="43030"/>
                </a:lnTo>
                <a:lnTo>
                  <a:pt x="70395" y="36196"/>
                </a:lnTo>
                <a:lnTo>
                  <a:pt x="82072" y="43763"/>
                </a:lnTo>
                <a:lnTo>
                  <a:pt x="88809" y="56867"/>
                </a:lnTo>
                <a:lnTo>
                  <a:pt x="92043" y="70533"/>
                </a:lnTo>
                <a:lnTo>
                  <a:pt x="91190" y="85922"/>
                </a:lnTo>
                <a:lnTo>
                  <a:pt x="54448" y="115272"/>
                </a:lnTo>
                <a:lnTo>
                  <a:pt x="40528" y="115704"/>
                </a:lnTo>
                <a:lnTo>
                  <a:pt x="27021" y="114430"/>
                </a:lnTo>
                <a:lnTo>
                  <a:pt x="15228" y="111365"/>
                </a:lnTo>
                <a:lnTo>
                  <a:pt x="1714" y="100639"/>
                </a:lnTo>
                <a:lnTo>
                  <a:pt x="0" y="9331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16140" y="3190891"/>
            <a:ext cx="127635" cy="31115"/>
          </a:xfrm>
          <a:custGeom>
            <a:avLst/>
            <a:gdLst/>
            <a:ahLst/>
            <a:cxnLst/>
            <a:rect l="l" t="t" r="r" b="b"/>
            <a:pathLst>
              <a:path w="127634" h="31114">
                <a:moveTo>
                  <a:pt x="0" y="30844"/>
                </a:moveTo>
                <a:lnTo>
                  <a:pt x="38104" y="26681"/>
                </a:lnTo>
                <a:lnTo>
                  <a:pt x="78015" y="11911"/>
                </a:lnTo>
                <a:lnTo>
                  <a:pt x="88747" y="7488"/>
                </a:lnTo>
                <a:lnTo>
                  <a:pt x="99062" y="3952"/>
                </a:lnTo>
                <a:lnTo>
                  <a:pt x="116895" y="2342"/>
                </a:lnTo>
                <a:lnTo>
                  <a:pt x="127526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58191" y="3198427"/>
            <a:ext cx="92075" cy="81280"/>
          </a:xfrm>
          <a:custGeom>
            <a:avLst/>
            <a:gdLst/>
            <a:ahLst/>
            <a:cxnLst/>
            <a:rect l="l" t="t" r="r" b="b"/>
            <a:pathLst>
              <a:path w="92075" h="81279">
                <a:moveTo>
                  <a:pt x="950" y="30675"/>
                </a:moveTo>
                <a:lnTo>
                  <a:pt x="14052" y="70651"/>
                </a:lnTo>
                <a:lnTo>
                  <a:pt x="32824" y="80694"/>
                </a:lnTo>
                <a:lnTo>
                  <a:pt x="52183" y="79504"/>
                </a:lnTo>
                <a:lnTo>
                  <a:pt x="87926" y="47758"/>
                </a:lnTo>
                <a:lnTo>
                  <a:pt x="91765" y="35474"/>
                </a:lnTo>
                <a:lnTo>
                  <a:pt x="91517" y="24463"/>
                </a:lnTo>
                <a:lnTo>
                  <a:pt x="48541" y="1418"/>
                </a:lnTo>
                <a:lnTo>
                  <a:pt x="35720" y="0"/>
                </a:lnTo>
                <a:lnTo>
                  <a:pt x="24175" y="207"/>
                </a:lnTo>
                <a:lnTo>
                  <a:pt x="11817" y="5114"/>
                </a:lnTo>
                <a:lnTo>
                  <a:pt x="3197" y="11722"/>
                </a:lnTo>
                <a:lnTo>
                  <a:pt x="0" y="18152"/>
                </a:lnTo>
                <a:lnTo>
                  <a:pt x="3909" y="22527"/>
                </a:lnTo>
                <a:lnTo>
                  <a:pt x="12761" y="23309"/>
                </a:lnTo>
                <a:lnTo>
                  <a:pt x="17333" y="23309"/>
                </a:lnTo>
                <a:lnTo>
                  <a:pt x="22286" y="2330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466076" y="3285997"/>
            <a:ext cx="64769" cy="93345"/>
          </a:xfrm>
          <a:custGeom>
            <a:avLst/>
            <a:gdLst/>
            <a:ahLst/>
            <a:cxnLst/>
            <a:rect l="l" t="t" r="r" b="b"/>
            <a:pathLst>
              <a:path w="64770" h="93345">
                <a:moveTo>
                  <a:pt x="64262" y="0"/>
                </a:moveTo>
                <a:lnTo>
                  <a:pt x="62717" y="12922"/>
                </a:lnTo>
                <a:lnTo>
                  <a:pt x="58119" y="24323"/>
                </a:lnTo>
                <a:lnTo>
                  <a:pt x="50522" y="35462"/>
                </a:lnTo>
                <a:lnTo>
                  <a:pt x="42109" y="45534"/>
                </a:lnTo>
                <a:lnTo>
                  <a:pt x="34067" y="55349"/>
                </a:lnTo>
                <a:lnTo>
                  <a:pt x="26105" y="64948"/>
                </a:lnTo>
                <a:lnTo>
                  <a:pt x="17937" y="74372"/>
                </a:lnTo>
                <a:lnTo>
                  <a:pt x="9272" y="83662"/>
                </a:lnTo>
                <a:lnTo>
                  <a:pt x="4572" y="88391"/>
                </a:lnTo>
                <a:lnTo>
                  <a:pt x="2413" y="90931"/>
                </a:lnTo>
                <a:lnTo>
                  <a:pt x="0" y="9296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651750" y="3179064"/>
            <a:ext cx="0" cy="102235"/>
          </a:xfrm>
          <a:custGeom>
            <a:avLst/>
            <a:gdLst/>
            <a:ahLst/>
            <a:cxnLst/>
            <a:rect l="l" t="t" r="r" b="b"/>
            <a:pathLst>
              <a:path h="102235">
                <a:moveTo>
                  <a:pt x="0" y="0"/>
                </a:moveTo>
                <a:lnTo>
                  <a:pt x="0" y="12794"/>
                </a:lnTo>
                <a:lnTo>
                  <a:pt x="0" y="25566"/>
                </a:lnTo>
                <a:lnTo>
                  <a:pt x="0" y="38314"/>
                </a:lnTo>
                <a:lnTo>
                  <a:pt x="0" y="51036"/>
                </a:lnTo>
                <a:lnTo>
                  <a:pt x="0" y="63732"/>
                </a:lnTo>
                <a:lnTo>
                  <a:pt x="0" y="76400"/>
                </a:lnTo>
                <a:lnTo>
                  <a:pt x="0" y="89039"/>
                </a:lnTo>
                <a:lnTo>
                  <a:pt x="0" y="10164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680325" y="3186008"/>
            <a:ext cx="138430" cy="107950"/>
          </a:xfrm>
          <a:custGeom>
            <a:avLst/>
            <a:gdLst/>
            <a:ahLst/>
            <a:cxnLst/>
            <a:rect l="l" t="t" r="r" b="b"/>
            <a:pathLst>
              <a:path w="138429" h="107950">
                <a:moveTo>
                  <a:pt x="0" y="28361"/>
                </a:moveTo>
                <a:lnTo>
                  <a:pt x="11681" y="22531"/>
                </a:lnTo>
                <a:lnTo>
                  <a:pt x="20168" y="13958"/>
                </a:lnTo>
                <a:lnTo>
                  <a:pt x="33722" y="6224"/>
                </a:lnTo>
                <a:lnTo>
                  <a:pt x="46439" y="1968"/>
                </a:lnTo>
                <a:lnTo>
                  <a:pt x="58455" y="218"/>
                </a:lnTo>
                <a:lnTo>
                  <a:pt x="69906" y="0"/>
                </a:lnTo>
                <a:lnTo>
                  <a:pt x="80928" y="342"/>
                </a:lnTo>
                <a:lnTo>
                  <a:pt x="95447" y="4861"/>
                </a:lnTo>
                <a:lnTo>
                  <a:pt x="101490" y="15696"/>
                </a:lnTo>
                <a:lnTo>
                  <a:pt x="101534" y="28963"/>
                </a:lnTo>
                <a:lnTo>
                  <a:pt x="96694" y="43064"/>
                </a:lnTo>
                <a:lnTo>
                  <a:pt x="90452" y="55142"/>
                </a:lnTo>
                <a:lnTo>
                  <a:pt x="83416" y="65777"/>
                </a:lnTo>
                <a:lnTo>
                  <a:pt x="76197" y="75550"/>
                </a:lnTo>
                <a:lnTo>
                  <a:pt x="69403" y="85045"/>
                </a:lnTo>
                <a:lnTo>
                  <a:pt x="64389" y="99989"/>
                </a:lnTo>
                <a:lnTo>
                  <a:pt x="64389" y="102783"/>
                </a:lnTo>
                <a:lnTo>
                  <a:pt x="64389" y="107355"/>
                </a:lnTo>
                <a:lnTo>
                  <a:pt x="78151" y="106381"/>
                </a:lnTo>
                <a:lnTo>
                  <a:pt x="89659" y="104025"/>
                </a:lnTo>
                <a:lnTo>
                  <a:pt x="101507" y="101133"/>
                </a:lnTo>
                <a:lnTo>
                  <a:pt x="117384" y="98295"/>
                </a:lnTo>
                <a:lnTo>
                  <a:pt x="128417" y="94940"/>
                </a:lnTo>
                <a:lnTo>
                  <a:pt x="137945" y="8952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877556" y="3272028"/>
            <a:ext cx="10795" cy="13970"/>
          </a:xfrm>
          <a:custGeom>
            <a:avLst/>
            <a:gdLst/>
            <a:ahLst/>
            <a:cxnLst/>
            <a:rect l="l" t="t" r="r" b="b"/>
            <a:pathLst>
              <a:path w="10795" h="13970">
                <a:moveTo>
                  <a:pt x="3048" y="0"/>
                </a:moveTo>
                <a:lnTo>
                  <a:pt x="3048" y="12192"/>
                </a:lnTo>
                <a:lnTo>
                  <a:pt x="0" y="10922"/>
                </a:lnTo>
                <a:lnTo>
                  <a:pt x="10414" y="1397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937627" y="3179064"/>
            <a:ext cx="80010" cy="93980"/>
          </a:xfrm>
          <a:custGeom>
            <a:avLst/>
            <a:gdLst/>
            <a:ahLst/>
            <a:cxnLst/>
            <a:rect l="l" t="t" r="r" b="b"/>
            <a:pathLst>
              <a:path w="80009" h="93979">
                <a:moveTo>
                  <a:pt x="6984" y="0"/>
                </a:moveTo>
                <a:lnTo>
                  <a:pt x="6984" y="12446"/>
                </a:lnTo>
                <a:lnTo>
                  <a:pt x="9144" y="13970"/>
                </a:lnTo>
                <a:lnTo>
                  <a:pt x="14350" y="21336"/>
                </a:lnTo>
                <a:lnTo>
                  <a:pt x="24261" y="28966"/>
                </a:lnTo>
                <a:lnTo>
                  <a:pt x="35590" y="35232"/>
                </a:lnTo>
                <a:lnTo>
                  <a:pt x="43449" y="31514"/>
                </a:lnTo>
                <a:lnTo>
                  <a:pt x="50265" y="29050"/>
                </a:lnTo>
                <a:lnTo>
                  <a:pt x="65379" y="33124"/>
                </a:lnTo>
                <a:lnTo>
                  <a:pt x="73732" y="43248"/>
                </a:lnTo>
                <a:lnTo>
                  <a:pt x="77876" y="55283"/>
                </a:lnTo>
                <a:lnTo>
                  <a:pt x="79409" y="68752"/>
                </a:lnTo>
                <a:lnTo>
                  <a:pt x="75966" y="80427"/>
                </a:lnTo>
                <a:lnTo>
                  <a:pt x="62802" y="88769"/>
                </a:lnTo>
                <a:lnTo>
                  <a:pt x="51100" y="92352"/>
                </a:lnTo>
                <a:lnTo>
                  <a:pt x="39915" y="93107"/>
                </a:lnTo>
                <a:lnTo>
                  <a:pt x="23221" y="93553"/>
                </a:lnTo>
                <a:lnTo>
                  <a:pt x="10584" y="93123"/>
                </a:lnTo>
                <a:lnTo>
                  <a:pt x="2077" y="88784"/>
                </a:lnTo>
                <a:lnTo>
                  <a:pt x="0" y="83185"/>
                </a:lnTo>
                <a:lnTo>
                  <a:pt x="0" y="80772"/>
                </a:lnTo>
                <a:lnTo>
                  <a:pt x="0" y="78612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923910" y="3157473"/>
            <a:ext cx="114300" cy="15875"/>
          </a:xfrm>
          <a:custGeom>
            <a:avLst/>
            <a:gdLst/>
            <a:ahLst/>
            <a:cxnLst/>
            <a:rect l="l" t="t" r="r" b="b"/>
            <a:pathLst>
              <a:path w="114300" h="15875">
                <a:moveTo>
                  <a:pt x="0" y="7238"/>
                </a:moveTo>
                <a:lnTo>
                  <a:pt x="13460" y="8530"/>
                </a:lnTo>
                <a:lnTo>
                  <a:pt x="24738" y="11258"/>
                </a:lnTo>
                <a:lnTo>
                  <a:pt x="36848" y="13705"/>
                </a:lnTo>
                <a:lnTo>
                  <a:pt x="50657" y="14747"/>
                </a:lnTo>
                <a:lnTo>
                  <a:pt x="64466" y="15592"/>
                </a:lnTo>
                <a:lnTo>
                  <a:pt x="77755" y="15649"/>
                </a:lnTo>
                <a:lnTo>
                  <a:pt x="90003" y="14322"/>
                </a:lnTo>
                <a:lnTo>
                  <a:pt x="100691" y="11019"/>
                </a:lnTo>
                <a:lnTo>
                  <a:pt x="109093" y="4825"/>
                </a:lnTo>
                <a:lnTo>
                  <a:pt x="111887" y="2031"/>
                </a:lnTo>
                <a:lnTo>
                  <a:pt x="114300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039310" y="3092830"/>
            <a:ext cx="69850" cy="255270"/>
          </a:xfrm>
          <a:custGeom>
            <a:avLst/>
            <a:gdLst/>
            <a:ahLst/>
            <a:cxnLst/>
            <a:rect l="l" t="t" r="r" b="b"/>
            <a:pathLst>
              <a:path w="69850" h="255270">
                <a:moveTo>
                  <a:pt x="12870" y="0"/>
                </a:moveTo>
                <a:lnTo>
                  <a:pt x="38918" y="27906"/>
                </a:lnTo>
                <a:lnTo>
                  <a:pt x="57659" y="65055"/>
                </a:lnTo>
                <a:lnTo>
                  <a:pt x="68852" y="111070"/>
                </a:lnTo>
                <a:lnTo>
                  <a:pt x="69667" y="123593"/>
                </a:lnTo>
                <a:lnTo>
                  <a:pt x="69368" y="140569"/>
                </a:lnTo>
                <a:lnTo>
                  <a:pt x="63412" y="180991"/>
                </a:lnTo>
                <a:lnTo>
                  <a:pt x="41133" y="221648"/>
                </a:lnTo>
                <a:lnTo>
                  <a:pt x="8905" y="250489"/>
                </a:lnTo>
                <a:lnTo>
                  <a:pt x="0" y="255085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665706" y="3600958"/>
            <a:ext cx="50165" cy="276225"/>
          </a:xfrm>
          <a:custGeom>
            <a:avLst/>
            <a:gdLst/>
            <a:ahLst/>
            <a:cxnLst/>
            <a:rect l="l" t="t" r="r" b="b"/>
            <a:pathLst>
              <a:path w="50164" h="276225">
                <a:moveTo>
                  <a:pt x="49929" y="0"/>
                </a:moveTo>
                <a:lnTo>
                  <a:pt x="19733" y="41296"/>
                </a:lnTo>
                <a:lnTo>
                  <a:pt x="8245" y="79625"/>
                </a:lnTo>
                <a:lnTo>
                  <a:pt x="656" y="127665"/>
                </a:lnTo>
                <a:lnTo>
                  <a:pt x="0" y="139586"/>
                </a:lnTo>
                <a:lnTo>
                  <a:pt x="126" y="153534"/>
                </a:lnTo>
                <a:lnTo>
                  <a:pt x="5469" y="191687"/>
                </a:lnTo>
                <a:lnTo>
                  <a:pt x="20160" y="238798"/>
                </a:lnTo>
                <a:lnTo>
                  <a:pt x="24879" y="252347"/>
                </a:lnTo>
                <a:lnTo>
                  <a:pt x="29243" y="264589"/>
                </a:lnTo>
                <a:lnTo>
                  <a:pt x="32966" y="27599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815757" y="3658236"/>
            <a:ext cx="78740" cy="91440"/>
          </a:xfrm>
          <a:custGeom>
            <a:avLst/>
            <a:gdLst/>
            <a:ahLst/>
            <a:cxnLst/>
            <a:rect l="l" t="t" r="r" b="b"/>
            <a:pathLst>
              <a:path w="78739" h="91439">
                <a:moveTo>
                  <a:pt x="6811" y="6983"/>
                </a:moveTo>
                <a:lnTo>
                  <a:pt x="4185" y="19615"/>
                </a:lnTo>
                <a:lnTo>
                  <a:pt x="1612" y="31541"/>
                </a:lnTo>
                <a:lnTo>
                  <a:pt x="0" y="44093"/>
                </a:lnTo>
                <a:lnTo>
                  <a:pt x="11767" y="83424"/>
                </a:lnTo>
                <a:lnTo>
                  <a:pt x="34777" y="91395"/>
                </a:lnTo>
                <a:lnTo>
                  <a:pt x="47709" y="87929"/>
                </a:lnTo>
                <a:lnTo>
                  <a:pt x="59479" y="81823"/>
                </a:lnTo>
                <a:lnTo>
                  <a:pt x="68315" y="74944"/>
                </a:lnTo>
                <a:lnTo>
                  <a:pt x="75282" y="62713"/>
                </a:lnTo>
                <a:lnTo>
                  <a:pt x="78394" y="50780"/>
                </a:lnTo>
                <a:lnTo>
                  <a:pt x="78091" y="39264"/>
                </a:lnTo>
                <a:lnTo>
                  <a:pt x="55204" y="6753"/>
                </a:lnTo>
                <a:lnTo>
                  <a:pt x="30925" y="295"/>
                </a:lnTo>
                <a:lnTo>
                  <a:pt x="33151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915330" y="3750817"/>
            <a:ext cx="64769" cy="78740"/>
          </a:xfrm>
          <a:custGeom>
            <a:avLst/>
            <a:gdLst/>
            <a:ahLst/>
            <a:cxnLst/>
            <a:rect l="l" t="t" r="r" b="b"/>
            <a:pathLst>
              <a:path w="64770" h="78739">
                <a:moveTo>
                  <a:pt x="64591" y="0"/>
                </a:moveTo>
                <a:lnTo>
                  <a:pt x="55736" y="9549"/>
                </a:lnTo>
                <a:lnTo>
                  <a:pt x="47614" y="19383"/>
                </a:lnTo>
                <a:lnTo>
                  <a:pt x="39862" y="29313"/>
                </a:lnTo>
                <a:lnTo>
                  <a:pt x="32112" y="39153"/>
                </a:lnTo>
                <a:lnTo>
                  <a:pt x="21702" y="50230"/>
                </a:lnTo>
                <a:lnTo>
                  <a:pt x="12325" y="59291"/>
                </a:lnTo>
                <a:lnTo>
                  <a:pt x="4813" y="68132"/>
                </a:lnTo>
                <a:lnTo>
                  <a:pt x="0" y="7854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036817" y="3636898"/>
            <a:ext cx="59055" cy="121285"/>
          </a:xfrm>
          <a:custGeom>
            <a:avLst/>
            <a:gdLst/>
            <a:ahLst/>
            <a:cxnLst/>
            <a:rect l="l" t="t" r="r" b="b"/>
            <a:pathLst>
              <a:path w="59054" h="121285">
                <a:moveTo>
                  <a:pt x="0" y="0"/>
                </a:moveTo>
                <a:lnTo>
                  <a:pt x="2173" y="15419"/>
                </a:lnTo>
                <a:lnTo>
                  <a:pt x="6144" y="26170"/>
                </a:lnTo>
                <a:lnTo>
                  <a:pt x="8886" y="36747"/>
                </a:lnTo>
                <a:lnTo>
                  <a:pt x="9805" y="41451"/>
                </a:lnTo>
                <a:lnTo>
                  <a:pt x="17355" y="42645"/>
                </a:lnTo>
                <a:lnTo>
                  <a:pt x="29972" y="42671"/>
                </a:lnTo>
                <a:lnTo>
                  <a:pt x="33020" y="42037"/>
                </a:lnTo>
                <a:lnTo>
                  <a:pt x="36068" y="35687"/>
                </a:lnTo>
                <a:lnTo>
                  <a:pt x="44809" y="45498"/>
                </a:lnTo>
                <a:lnTo>
                  <a:pt x="51507" y="55677"/>
                </a:lnTo>
                <a:lnTo>
                  <a:pt x="56427" y="67602"/>
                </a:lnTo>
                <a:lnTo>
                  <a:pt x="58541" y="81893"/>
                </a:lnTo>
                <a:lnTo>
                  <a:pt x="57209" y="94096"/>
                </a:lnTo>
                <a:lnTo>
                  <a:pt x="52445" y="104286"/>
                </a:lnTo>
                <a:lnTo>
                  <a:pt x="40916" y="115639"/>
                </a:lnTo>
                <a:lnTo>
                  <a:pt x="31390" y="120315"/>
                </a:lnTo>
                <a:lnTo>
                  <a:pt x="19227" y="121277"/>
                </a:lnTo>
                <a:lnTo>
                  <a:pt x="4408" y="118082"/>
                </a:lnTo>
                <a:lnTo>
                  <a:pt x="847" y="10922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029833" y="3618493"/>
            <a:ext cx="101600" cy="18415"/>
          </a:xfrm>
          <a:custGeom>
            <a:avLst/>
            <a:gdLst/>
            <a:ahLst/>
            <a:cxnLst/>
            <a:rect l="l" t="t" r="r" b="b"/>
            <a:pathLst>
              <a:path w="101600" h="18414">
                <a:moveTo>
                  <a:pt x="0" y="18405"/>
                </a:moveTo>
                <a:lnTo>
                  <a:pt x="13392" y="17630"/>
                </a:lnTo>
                <a:lnTo>
                  <a:pt x="25732" y="15716"/>
                </a:lnTo>
                <a:lnTo>
                  <a:pt x="37773" y="13280"/>
                </a:lnTo>
                <a:lnTo>
                  <a:pt x="53973" y="10700"/>
                </a:lnTo>
                <a:lnTo>
                  <a:pt x="68151" y="8570"/>
                </a:lnTo>
                <a:lnTo>
                  <a:pt x="80603" y="6401"/>
                </a:lnTo>
                <a:lnTo>
                  <a:pt x="91626" y="3707"/>
                </a:lnTo>
                <a:lnTo>
                  <a:pt x="101518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158654" y="3651246"/>
            <a:ext cx="79375" cy="71120"/>
          </a:xfrm>
          <a:custGeom>
            <a:avLst/>
            <a:gdLst/>
            <a:ahLst/>
            <a:cxnLst/>
            <a:rect l="l" t="t" r="r" b="b"/>
            <a:pathLst>
              <a:path w="79375" h="71120">
                <a:moveTo>
                  <a:pt x="83" y="13973"/>
                </a:moveTo>
                <a:lnTo>
                  <a:pt x="11675" y="53961"/>
                </a:lnTo>
                <a:lnTo>
                  <a:pt x="41191" y="71119"/>
                </a:lnTo>
                <a:lnTo>
                  <a:pt x="53121" y="69241"/>
                </a:lnTo>
                <a:lnTo>
                  <a:pt x="66266" y="63030"/>
                </a:lnTo>
                <a:lnTo>
                  <a:pt x="76189" y="54276"/>
                </a:lnTo>
                <a:lnTo>
                  <a:pt x="79199" y="39414"/>
                </a:lnTo>
                <a:lnTo>
                  <a:pt x="77840" y="27569"/>
                </a:lnTo>
                <a:lnTo>
                  <a:pt x="36596" y="1755"/>
                </a:lnTo>
                <a:lnTo>
                  <a:pt x="25118" y="326"/>
                </a:lnTo>
                <a:lnTo>
                  <a:pt x="13940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222746" y="3544189"/>
            <a:ext cx="78740" cy="255270"/>
          </a:xfrm>
          <a:custGeom>
            <a:avLst/>
            <a:gdLst/>
            <a:ahLst/>
            <a:cxnLst/>
            <a:rect l="l" t="t" r="r" b="b"/>
            <a:pathLst>
              <a:path w="78739" h="255270">
                <a:moveTo>
                  <a:pt x="0" y="0"/>
                </a:moveTo>
                <a:lnTo>
                  <a:pt x="34247" y="37250"/>
                </a:lnTo>
                <a:lnTo>
                  <a:pt x="58054" y="82438"/>
                </a:lnTo>
                <a:lnTo>
                  <a:pt x="70454" y="120347"/>
                </a:lnTo>
                <a:lnTo>
                  <a:pt x="78704" y="172411"/>
                </a:lnTo>
                <a:lnTo>
                  <a:pt x="78695" y="186460"/>
                </a:lnTo>
                <a:lnTo>
                  <a:pt x="68115" y="234285"/>
                </a:lnTo>
                <a:lnTo>
                  <a:pt x="62814" y="244802"/>
                </a:lnTo>
                <a:lnTo>
                  <a:pt x="56443" y="25500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579996" y="3602216"/>
            <a:ext cx="158115" cy="99695"/>
          </a:xfrm>
          <a:custGeom>
            <a:avLst/>
            <a:gdLst/>
            <a:ahLst/>
            <a:cxnLst/>
            <a:rect l="l" t="t" r="r" b="b"/>
            <a:pathLst>
              <a:path w="158115" h="99695">
                <a:moveTo>
                  <a:pt x="0" y="36206"/>
                </a:moveTo>
                <a:lnTo>
                  <a:pt x="42714" y="39488"/>
                </a:lnTo>
                <a:lnTo>
                  <a:pt x="80046" y="44079"/>
                </a:lnTo>
                <a:lnTo>
                  <a:pt x="92109" y="45541"/>
                </a:lnTo>
                <a:lnTo>
                  <a:pt x="103547" y="46821"/>
                </a:lnTo>
                <a:lnTo>
                  <a:pt x="114101" y="47829"/>
                </a:lnTo>
                <a:lnTo>
                  <a:pt x="123509" y="48478"/>
                </a:lnTo>
                <a:lnTo>
                  <a:pt x="131512" y="48677"/>
                </a:lnTo>
                <a:lnTo>
                  <a:pt x="137847" y="48338"/>
                </a:lnTo>
                <a:lnTo>
                  <a:pt x="142256" y="47373"/>
                </a:lnTo>
                <a:lnTo>
                  <a:pt x="144477" y="45692"/>
                </a:lnTo>
                <a:lnTo>
                  <a:pt x="144251" y="43207"/>
                </a:lnTo>
                <a:lnTo>
                  <a:pt x="141316" y="39828"/>
                </a:lnTo>
                <a:lnTo>
                  <a:pt x="130310" y="30948"/>
                </a:lnTo>
                <a:lnTo>
                  <a:pt x="120007" y="21785"/>
                </a:lnTo>
                <a:lnTo>
                  <a:pt x="110342" y="13727"/>
                </a:lnTo>
                <a:lnTo>
                  <a:pt x="101252" y="8165"/>
                </a:lnTo>
                <a:lnTo>
                  <a:pt x="93599" y="7885"/>
                </a:lnTo>
                <a:lnTo>
                  <a:pt x="91185" y="7885"/>
                </a:lnTo>
                <a:lnTo>
                  <a:pt x="86232" y="7885"/>
                </a:lnTo>
                <a:lnTo>
                  <a:pt x="91676" y="0"/>
                </a:lnTo>
                <a:lnTo>
                  <a:pt x="97893" y="2690"/>
                </a:lnTo>
                <a:lnTo>
                  <a:pt x="106424" y="7510"/>
                </a:lnTo>
                <a:lnTo>
                  <a:pt x="119737" y="10924"/>
                </a:lnTo>
                <a:lnTo>
                  <a:pt x="130768" y="15195"/>
                </a:lnTo>
                <a:lnTo>
                  <a:pt x="141049" y="21328"/>
                </a:lnTo>
                <a:lnTo>
                  <a:pt x="153261" y="33560"/>
                </a:lnTo>
                <a:lnTo>
                  <a:pt x="157517" y="42943"/>
                </a:lnTo>
                <a:lnTo>
                  <a:pt x="155657" y="50767"/>
                </a:lnTo>
                <a:lnTo>
                  <a:pt x="144986" y="63745"/>
                </a:lnTo>
                <a:lnTo>
                  <a:pt x="136723" y="73351"/>
                </a:lnTo>
                <a:lnTo>
                  <a:pt x="129142" y="80700"/>
                </a:lnTo>
                <a:lnTo>
                  <a:pt x="116492" y="91781"/>
                </a:lnTo>
                <a:lnTo>
                  <a:pt x="115118" y="9932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116698" y="3522853"/>
            <a:ext cx="61594" cy="238125"/>
          </a:xfrm>
          <a:custGeom>
            <a:avLst/>
            <a:gdLst/>
            <a:ahLst/>
            <a:cxnLst/>
            <a:rect l="l" t="t" r="r" b="b"/>
            <a:pathLst>
              <a:path w="61595" h="238125">
                <a:moveTo>
                  <a:pt x="61594" y="0"/>
                </a:moveTo>
                <a:lnTo>
                  <a:pt x="30439" y="41928"/>
                </a:lnTo>
                <a:lnTo>
                  <a:pt x="17325" y="79395"/>
                </a:lnTo>
                <a:lnTo>
                  <a:pt x="5680" y="124928"/>
                </a:lnTo>
                <a:lnTo>
                  <a:pt x="161" y="168426"/>
                </a:lnTo>
                <a:lnTo>
                  <a:pt x="0" y="179437"/>
                </a:lnTo>
                <a:lnTo>
                  <a:pt x="547" y="189990"/>
                </a:lnTo>
                <a:lnTo>
                  <a:pt x="14847" y="233949"/>
                </a:lnTo>
                <a:lnTo>
                  <a:pt x="25525" y="237516"/>
                </a:lnTo>
                <a:lnTo>
                  <a:pt x="39615" y="235701"/>
                </a:lnTo>
                <a:lnTo>
                  <a:pt x="44830" y="233172"/>
                </a:lnTo>
                <a:lnTo>
                  <a:pt x="49402" y="231013"/>
                </a:lnTo>
                <a:lnTo>
                  <a:pt x="54355" y="22834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236397" y="3579903"/>
            <a:ext cx="101600" cy="105410"/>
          </a:xfrm>
          <a:custGeom>
            <a:avLst/>
            <a:gdLst/>
            <a:ahLst/>
            <a:cxnLst/>
            <a:rect l="l" t="t" r="r" b="b"/>
            <a:pathLst>
              <a:path w="101600" h="105410">
                <a:moveTo>
                  <a:pt x="7173" y="14323"/>
                </a:moveTo>
                <a:lnTo>
                  <a:pt x="4322" y="26874"/>
                </a:lnTo>
                <a:lnTo>
                  <a:pt x="1653" y="38758"/>
                </a:lnTo>
                <a:lnTo>
                  <a:pt x="0" y="51316"/>
                </a:lnTo>
                <a:lnTo>
                  <a:pt x="92" y="69363"/>
                </a:lnTo>
                <a:lnTo>
                  <a:pt x="26426" y="101828"/>
                </a:lnTo>
                <a:lnTo>
                  <a:pt x="37890" y="104898"/>
                </a:lnTo>
                <a:lnTo>
                  <a:pt x="48484" y="104376"/>
                </a:lnTo>
                <a:lnTo>
                  <a:pt x="86355" y="77299"/>
                </a:lnTo>
                <a:lnTo>
                  <a:pt x="101066" y="43645"/>
                </a:lnTo>
                <a:lnTo>
                  <a:pt x="95790" y="27351"/>
                </a:lnTo>
                <a:lnTo>
                  <a:pt x="65042" y="3189"/>
                </a:lnTo>
                <a:lnTo>
                  <a:pt x="32807" y="201"/>
                </a:lnTo>
                <a:lnTo>
                  <a:pt x="22523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289426" y="3694176"/>
            <a:ext cx="155575" cy="127635"/>
          </a:xfrm>
          <a:custGeom>
            <a:avLst/>
            <a:gdLst/>
            <a:ahLst/>
            <a:cxnLst/>
            <a:rect l="l" t="t" r="r" b="b"/>
            <a:pathLst>
              <a:path w="155575" h="127635">
                <a:moveTo>
                  <a:pt x="155567" y="0"/>
                </a:moveTo>
                <a:lnTo>
                  <a:pt x="119642" y="35921"/>
                </a:lnTo>
                <a:lnTo>
                  <a:pt x="104036" y="55819"/>
                </a:lnTo>
                <a:lnTo>
                  <a:pt x="95971" y="65787"/>
                </a:lnTo>
                <a:lnTo>
                  <a:pt x="69027" y="93218"/>
                </a:lnTo>
                <a:lnTo>
                  <a:pt x="31151" y="113527"/>
                </a:lnTo>
                <a:lnTo>
                  <a:pt x="9640" y="122971"/>
                </a:lnTo>
                <a:lnTo>
                  <a:pt x="0" y="12704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603235" y="3566471"/>
            <a:ext cx="127000" cy="133985"/>
          </a:xfrm>
          <a:custGeom>
            <a:avLst/>
            <a:gdLst/>
            <a:ahLst/>
            <a:cxnLst/>
            <a:rect l="l" t="t" r="r" b="b"/>
            <a:pathLst>
              <a:path w="127000" h="133985">
                <a:moveTo>
                  <a:pt x="0" y="7054"/>
                </a:moveTo>
                <a:lnTo>
                  <a:pt x="12811" y="5772"/>
                </a:lnTo>
                <a:lnTo>
                  <a:pt x="24786" y="3128"/>
                </a:lnTo>
                <a:lnTo>
                  <a:pt x="37262" y="928"/>
                </a:lnTo>
                <a:lnTo>
                  <a:pt x="51143" y="327"/>
                </a:lnTo>
                <a:lnTo>
                  <a:pt x="64528" y="45"/>
                </a:lnTo>
                <a:lnTo>
                  <a:pt x="77480" y="0"/>
                </a:lnTo>
                <a:lnTo>
                  <a:pt x="90063" y="111"/>
                </a:lnTo>
                <a:lnTo>
                  <a:pt x="102341" y="298"/>
                </a:lnTo>
                <a:lnTo>
                  <a:pt x="114378" y="479"/>
                </a:lnTo>
                <a:lnTo>
                  <a:pt x="126237" y="575"/>
                </a:lnTo>
                <a:lnTo>
                  <a:pt x="126957" y="15409"/>
                </a:lnTo>
                <a:lnTo>
                  <a:pt x="126734" y="27623"/>
                </a:lnTo>
                <a:lnTo>
                  <a:pt x="108876" y="73451"/>
                </a:lnTo>
                <a:lnTo>
                  <a:pt x="88767" y="106362"/>
                </a:lnTo>
                <a:lnTo>
                  <a:pt x="82084" y="116516"/>
                </a:lnTo>
                <a:lnTo>
                  <a:pt x="74740" y="128570"/>
                </a:lnTo>
                <a:lnTo>
                  <a:pt x="73362" y="133864"/>
                </a:lnTo>
                <a:lnTo>
                  <a:pt x="76733" y="132378"/>
                </a:lnTo>
                <a:lnTo>
                  <a:pt x="83638" y="12409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794858" y="3552444"/>
            <a:ext cx="67310" cy="128905"/>
          </a:xfrm>
          <a:custGeom>
            <a:avLst/>
            <a:gdLst/>
            <a:ahLst/>
            <a:cxnLst/>
            <a:rect l="l" t="t" r="r" b="b"/>
            <a:pathLst>
              <a:path w="67309" h="128904">
                <a:moveTo>
                  <a:pt x="401" y="0"/>
                </a:moveTo>
                <a:lnTo>
                  <a:pt x="0" y="13360"/>
                </a:lnTo>
                <a:lnTo>
                  <a:pt x="358" y="25861"/>
                </a:lnTo>
                <a:lnTo>
                  <a:pt x="3821" y="37192"/>
                </a:lnTo>
                <a:lnTo>
                  <a:pt x="14068" y="46923"/>
                </a:lnTo>
                <a:lnTo>
                  <a:pt x="20834" y="48101"/>
                </a:lnTo>
                <a:lnTo>
                  <a:pt x="26236" y="44109"/>
                </a:lnTo>
                <a:lnTo>
                  <a:pt x="32391" y="38332"/>
                </a:lnTo>
                <a:lnTo>
                  <a:pt x="45013" y="36014"/>
                </a:lnTo>
                <a:lnTo>
                  <a:pt x="56109" y="40148"/>
                </a:lnTo>
                <a:lnTo>
                  <a:pt x="63743" y="47646"/>
                </a:lnTo>
                <a:lnTo>
                  <a:pt x="66750" y="60251"/>
                </a:lnTo>
                <a:lnTo>
                  <a:pt x="65580" y="72782"/>
                </a:lnTo>
                <a:lnTo>
                  <a:pt x="46355" y="109234"/>
                </a:lnTo>
                <a:lnTo>
                  <a:pt x="14404" y="128745"/>
                </a:lnTo>
                <a:lnTo>
                  <a:pt x="2967" y="128728"/>
                </a:lnTo>
                <a:lnTo>
                  <a:pt x="1092" y="116023"/>
                </a:lnTo>
                <a:lnTo>
                  <a:pt x="465" y="10338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781290" y="3529584"/>
            <a:ext cx="114300" cy="15875"/>
          </a:xfrm>
          <a:custGeom>
            <a:avLst/>
            <a:gdLst/>
            <a:ahLst/>
            <a:cxnLst/>
            <a:rect l="l" t="t" r="r" b="b"/>
            <a:pathLst>
              <a:path w="114300" h="15875">
                <a:moveTo>
                  <a:pt x="0" y="8508"/>
                </a:moveTo>
                <a:lnTo>
                  <a:pt x="12206" y="11639"/>
                </a:lnTo>
                <a:lnTo>
                  <a:pt x="23624" y="14222"/>
                </a:lnTo>
                <a:lnTo>
                  <a:pt x="36445" y="15709"/>
                </a:lnTo>
                <a:lnTo>
                  <a:pt x="50839" y="15671"/>
                </a:lnTo>
                <a:lnTo>
                  <a:pt x="89289" y="11933"/>
                </a:lnTo>
                <a:lnTo>
                  <a:pt x="107823" y="0"/>
                </a:lnTo>
                <a:lnTo>
                  <a:pt x="114300" y="1524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895590" y="3452748"/>
            <a:ext cx="79375" cy="263525"/>
          </a:xfrm>
          <a:custGeom>
            <a:avLst/>
            <a:gdLst/>
            <a:ahLst/>
            <a:cxnLst/>
            <a:rect l="l" t="t" r="r" b="b"/>
            <a:pathLst>
              <a:path w="79375" h="263525">
                <a:moveTo>
                  <a:pt x="0" y="0"/>
                </a:moveTo>
                <a:lnTo>
                  <a:pt x="31434" y="22816"/>
                </a:lnTo>
                <a:lnTo>
                  <a:pt x="52381" y="54936"/>
                </a:lnTo>
                <a:lnTo>
                  <a:pt x="67037" y="92054"/>
                </a:lnTo>
                <a:lnTo>
                  <a:pt x="76587" y="129021"/>
                </a:lnTo>
                <a:lnTo>
                  <a:pt x="78866" y="151944"/>
                </a:lnTo>
                <a:lnTo>
                  <a:pt x="78064" y="164567"/>
                </a:lnTo>
                <a:lnTo>
                  <a:pt x="69121" y="204784"/>
                </a:lnTo>
                <a:lnTo>
                  <a:pt x="38424" y="249165"/>
                </a:lnTo>
                <a:lnTo>
                  <a:pt x="28501" y="256776"/>
                </a:lnTo>
                <a:lnTo>
                  <a:pt x="20998" y="26337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751194" y="3972178"/>
            <a:ext cx="52069" cy="222250"/>
          </a:xfrm>
          <a:custGeom>
            <a:avLst/>
            <a:gdLst/>
            <a:ahLst/>
            <a:cxnLst/>
            <a:rect l="l" t="t" r="r" b="b"/>
            <a:pathLst>
              <a:path w="52070" h="222250">
                <a:moveTo>
                  <a:pt x="51943" y="0"/>
                </a:moveTo>
                <a:lnTo>
                  <a:pt x="20840" y="39355"/>
                </a:lnTo>
                <a:lnTo>
                  <a:pt x="7545" y="79082"/>
                </a:lnTo>
                <a:lnTo>
                  <a:pt x="0" y="127720"/>
                </a:lnTo>
                <a:lnTo>
                  <a:pt x="75" y="139268"/>
                </a:lnTo>
                <a:lnTo>
                  <a:pt x="11591" y="190447"/>
                </a:lnTo>
                <a:lnTo>
                  <a:pt x="35179" y="221869"/>
                </a:lnTo>
                <a:lnTo>
                  <a:pt x="40005" y="221869"/>
                </a:lnTo>
                <a:lnTo>
                  <a:pt x="44577" y="22186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874130" y="4022090"/>
            <a:ext cx="64135" cy="115570"/>
          </a:xfrm>
          <a:custGeom>
            <a:avLst/>
            <a:gdLst/>
            <a:ahLst/>
            <a:cxnLst/>
            <a:rect l="l" t="t" r="r" b="b"/>
            <a:pathLst>
              <a:path w="64135" h="115570">
                <a:moveTo>
                  <a:pt x="0" y="0"/>
                </a:moveTo>
                <a:lnTo>
                  <a:pt x="29124" y="36005"/>
                </a:lnTo>
                <a:lnTo>
                  <a:pt x="55112" y="36321"/>
                </a:lnTo>
                <a:lnTo>
                  <a:pt x="59114" y="49036"/>
                </a:lnTo>
                <a:lnTo>
                  <a:pt x="63218" y="60044"/>
                </a:lnTo>
                <a:lnTo>
                  <a:pt x="63767" y="73798"/>
                </a:lnTo>
                <a:lnTo>
                  <a:pt x="62599" y="87533"/>
                </a:lnTo>
                <a:lnTo>
                  <a:pt x="60062" y="99713"/>
                </a:lnTo>
                <a:lnTo>
                  <a:pt x="50709" y="111857"/>
                </a:lnTo>
                <a:lnTo>
                  <a:pt x="39883" y="114984"/>
                </a:lnTo>
                <a:lnTo>
                  <a:pt x="29205" y="114685"/>
                </a:lnTo>
                <a:lnTo>
                  <a:pt x="17273" y="113914"/>
                </a:lnTo>
                <a:lnTo>
                  <a:pt x="7669" y="10781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881115" y="4008121"/>
            <a:ext cx="88900" cy="7620"/>
          </a:xfrm>
          <a:custGeom>
            <a:avLst/>
            <a:gdLst/>
            <a:ahLst/>
            <a:cxnLst/>
            <a:rect l="l" t="t" r="r" b="b"/>
            <a:pathLst>
              <a:path w="88900" h="7620">
                <a:moveTo>
                  <a:pt x="0" y="7364"/>
                </a:moveTo>
                <a:lnTo>
                  <a:pt x="51334" y="88"/>
                </a:lnTo>
                <a:lnTo>
                  <a:pt x="77079" y="9"/>
                </a:lnTo>
                <a:lnTo>
                  <a:pt x="88864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001679" y="4026835"/>
            <a:ext cx="71755" cy="83185"/>
          </a:xfrm>
          <a:custGeom>
            <a:avLst/>
            <a:gdLst/>
            <a:ahLst/>
            <a:cxnLst/>
            <a:rect l="l" t="t" r="r" b="b"/>
            <a:pathLst>
              <a:path w="71754" h="83185">
                <a:moveTo>
                  <a:pt x="467" y="24210"/>
                </a:moveTo>
                <a:lnTo>
                  <a:pt x="0" y="37570"/>
                </a:lnTo>
                <a:lnTo>
                  <a:pt x="229" y="49823"/>
                </a:lnTo>
                <a:lnTo>
                  <a:pt x="3607" y="61072"/>
                </a:lnTo>
                <a:lnTo>
                  <a:pt x="13020" y="72349"/>
                </a:lnTo>
                <a:lnTo>
                  <a:pt x="21808" y="80095"/>
                </a:lnTo>
                <a:lnTo>
                  <a:pt x="31198" y="82661"/>
                </a:lnTo>
                <a:lnTo>
                  <a:pt x="43022" y="77519"/>
                </a:lnTo>
                <a:lnTo>
                  <a:pt x="55714" y="69835"/>
                </a:lnTo>
                <a:lnTo>
                  <a:pt x="66299" y="61044"/>
                </a:lnTo>
                <a:lnTo>
                  <a:pt x="70495" y="47168"/>
                </a:lnTo>
                <a:lnTo>
                  <a:pt x="71711" y="33413"/>
                </a:lnTo>
                <a:lnTo>
                  <a:pt x="70060" y="20805"/>
                </a:lnTo>
                <a:lnTo>
                  <a:pt x="65654" y="10371"/>
                </a:lnTo>
                <a:lnTo>
                  <a:pt x="58607" y="3138"/>
                </a:lnTo>
                <a:lnTo>
                  <a:pt x="45849" y="0"/>
                </a:lnTo>
                <a:lnTo>
                  <a:pt x="31809" y="1791"/>
                </a:lnTo>
                <a:lnTo>
                  <a:pt x="22801" y="7788"/>
                </a:lnTo>
                <a:lnTo>
                  <a:pt x="22057" y="12018"/>
                </a:lnTo>
                <a:lnTo>
                  <a:pt x="22057" y="14812"/>
                </a:lnTo>
                <a:lnTo>
                  <a:pt x="22057" y="17225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095580" y="4136771"/>
            <a:ext cx="28575" cy="59690"/>
          </a:xfrm>
          <a:custGeom>
            <a:avLst/>
            <a:gdLst/>
            <a:ahLst/>
            <a:cxnLst/>
            <a:rect l="l" t="t" r="r" b="b"/>
            <a:pathLst>
              <a:path w="28575" h="59689">
                <a:moveTo>
                  <a:pt x="28105" y="0"/>
                </a:moveTo>
                <a:lnTo>
                  <a:pt x="26165" y="12959"/>
                </a:lnTo>
                <a:lnTo>
                  <a:pt x="21074" y="23168"/>
                </a:lnTo>
                <a:lnTo>
                  <a:pt x="13929" y="35145"/>
                </a:lnTo>
                <a:lnTo>
                  <a:pt x="7004" y="48719"/>
                </a:lnTo>
                <a:lnTo>
                  <a:pt x="0" y="5927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194425" y="4008373"/>
            <a:ext cx="51435" cy="107950"/>
          </a:xfrm>
          <a:custGeom>
            <a:avLst/>
            <a:gdLst/>
            <a:ahLst/>
            <a:cxnLst/>
            <a:rect l="l" t="t" r="r" b="b"/>
            <a:pathLst>
              <a:path w="51435" h="107950">
                <a:moveTo>
                  <a:pt x="0" y="0"/>
                </a:moveTo>
                <a:lnTo>
                  <a:pt x="0" y="12612"/>
                </a:lnTo>
                <a:lnTo>
                  <a:pt x="0" y="25322"/>
                </a:lnTo>
                <a:lnTo>
                  <a:pt x="12738" y="31830"/>
                </a:lnTo>
                <a:lnTo>
                  <a:pt x="21765" y="31084"/>
                </a:lnTo>
                <a:lnTo>
                  <a:pt x="35761" y="30585"/>
                </a:lnTo>
                <a:lnTo>
                  <a:pt x="44900" y="37529"/>
                </a:lnTo>
                <a:lnTo>
                  <a:pt x="49581" y="46826"/>
                </a:lnTo>
                <a:lnTo>
                  <a:pt x="50844" y="60627"/>
                </a:lnTo>
                <a:lnTo>
                  <a:pt x="51045" y="74029"/>
                </a:lnTo>
                <a:lnTo>
                  <a:pt x="49428" y="86404"/>
                </a:lnTo>
                <a:lnTo>
                  <a:pt x="45237" y="97124"/>
                </a:lnTo>
                <a:lnTo>
                  <a:pt x="35724" y="105326"/>
                </a:lnTo>
                <a:lnTo>
                  <a:pt x="25251" y="107853"/>
                </a:lnTo>
                <a:lnTo>
                  <a:pt x="16399" y="103102"/>
                </a:lnTo>
                <a:lnTo>
                  <a:pt x="13630" y="88709"/>
                </a:lnTo>
                <a:lnTo>
                  <a:pt x="8000" y="7907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173089" y="3983800"/>
            <a:ext cx="81915" cy="31750"/>
          </a:xfrm>
          <a:custGeom>
            <a:avLst/>
            <a:gdLst/>
            <a:ahLst/>
            <a:cxnLst/>
            <a:rect l="l" t="t" r="r" b="b"/>
            <a:pathLst>
              <a:path w="81914" h="31750">
                <a:moveTo>
                  <a:pt x="0" y="31685"/>
                </a:moveTo>
                <a:lnTo>
                  <a:pt x="11421" y="24928"/>
                </a:lnTo>
                <a:lnTo>
                  <a:pt x="21636" y="21609"/>
                </a:lnTo>
                <a:lnTo>
                  <a:pt x="33831" y="18076"/>
                </a:lnTo>
                <a:lnTo>
                  <a:pt x="46626" y="13470"/>
                </a:lnTo>
                <a:lnTo>
                  <a:pt x="58683" y="8959"/>
                </a:lnTo>
                <a:lnTo>
                  <a:pt x="70275" y="4487"/>
                </a:lnTo>
                <a:lnTo>
                  <a:pt x="81674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280150" y="3993769"/>
            <a:ext cx="92710" cy="86360"/>
          </a:xfrm>
          <a:custGeom>
            <a:avLst/>
            <a:gdLst/>
            <a:ahLst/>
            <a:cxnLst/>
            <a:rect l="l" t="t" r="r" b="b"/>
            <a:pathLst>
              <a:path w="92710" h="86360">
                <a:moveTo>
                  <a:pt x="28575" y="21716"/>
                </a:moveTo>
                <a:lnTo>
                  <a:pt x="35176" y="70639"/>
                </a:lnTo>
                <a:lnTo>
                  <a:pt x="63204" y="85978"/>
                </a:lnTo>
                <a:lnTo>
                  <a:pt x="79518" y="83444"/>
                </a:lnTo>
                <a:lnTo>
                  <a:pt x="88606" y="75465"/>
                </a:lnTo>
                <a:lnTo>
                  <a:pt x="92300" y="61477"/>
                </a:lnTo>
                <a:lnTo>
                  <a:pt x="92488" y="45064"/>
                </a:lnTo>
                <a:lnTo>
                  <a:pt x="90102" y="33186"/>
                </a:lnTo>
                <a:lnTo>
                  <a:pt x="84079" y="24054"/>
                </a:lnTo>
                <a:lnTo>
                  <a:pt x="73357" y="15877"/>
                </a:lnTo>
                <a:lnTo>
                  <a:pt x="61193" y="10719"/>
                </a:lnTo>
                <a:lnTo>
                  <a:pt x="49682" y="9091"/>
                </a:lnTo>
                <a:lnTo>
                  <a:pt x="38598" y="9266"/>
                </a:lnTo>
                <a:lnTo>
                  <a:pt x="27714" y="9518"/>
                </a:lnTo>
                <a:lnTo>
                  <a:pt x="16803" y="8117"/>
                </a:lnTo>
                <a:lnTo>
                  <a:pt x="9651" y="4952"/>
                </a:lnTo>
                <a:lnTo>
                  <a:pt x="4572" y="2412"/>
                </a:lnTo>
                <a:lnTo>
                  <a:pt x="0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422390" y="3922140"/>
            <a:ext cx="93345" cy="213360"/>
          </a:xfrm>
          <a:custGeom>
            <a:avLst/>
            <a:gdLst/>
            <a:ahLst/>
            <a:cxnLst/>
            <a:rect l="l" t="t" r="r" b="b"/>
            <a:pathLst>
              <a:path w="93345" h="213360">
                <a:moveTo>
                  <a:pt x="0" y="0"/>
                </a:moveTo>
                <a:lnTo>
                  <a:pt x="9023" y="9258"/>
                </a:lnTo>
                <a:lnTo>
                  <a:pt x="17549" y="18710"/>
                </a:lnTo>
                <a:lnTo>
                  <a:pt x="25757" y="28296"/>
                </a:lnTo>
                <a:lnTo>
                  <a:pt x="33828" y="37956"/>
                </a:lnTo>
                <a:lnTo>
                  <a:pt x="41941" y="47631"/>
                </a:lnTo>
                <a:lnTo>
                  <a:pt x="66285" y="78130"/>
                </a:lnTo>
                <a:lnTo>
                  <a:pt x="87003" y="123068"/>
                </a:lnTo>
                <a:lnTo>
                  <a:pt x="93105" y="160384"/>
                </a:lnTo>
                <a:lnTo>
                  <a:pt x="91051" y="173505"/>
                </a:lnTo>
                <a:lnTo>
                  <a:pt x="87108" y="187257"/>
                </a:lnTo>
                <a:lnTo>
                  <a:pt x="81709" y="200091"/>
                </a:lnTo>
                <a:lnTo>
                  <a:pt x="75288" y="210455"/>
                </a:lnTo>
                <a:lnTo>
                  <a:pt x="65119" y="213006"/>
                </a:lnTo>
                <a:lnTo>
                  <a:pt x="70075" y="20814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665341" y="3945382"/>
            <a:ext cx="172085" cy="85725"/>
          </a:xfrm>
          <a:custGeom>
            <a:avLst/>
            <a:gdLst/>
            <a:ahLst/>
            <a:cxnLst/>
            <a:rect l="l" t="t" r="r" b="b"/>
            <a:pathLst>
              <a:path w="172084" h="85725">
                <a:moveTo>
                  <a:pt x="0" y="35560"/>
                </a:moveTo>
                <a:lnTo>
                  <a:pt x="12717" y="35560"/>
                </a:lnTo>
                <a:lnTo>
                  <a:pt x="25424" y="35560"/>
                </a:lnTo>
                <a:lnTo>
                  <a:pt x="38122" y="35560"/>
                </a:lnTo>
                <a:lnTo>
                  <a:pt x="50815" y="35560"/>
                </a:lnTo>
                <a:lnTo>
                  <a:pt x="63504" y="35560"/>
                </a:lnTo>
                <a:lnTo>
                  <a:pt x="76192" y="35560"/>
                </a:lnTo>
                <a:lnTo>
                  <a:pt x="88882" y="35560"/>
                </a:lnTo>
                <a:lnTo>
                  <a:pt x="101576" y="35560"/>
                </a:lnTo>
                <a:lnTo>
                  <a:pt x="114276" y="35560"/>
                </a:lnTo>
                <a:lnTo>
                  <a:pt x="126985" y="35560"/>
                </a:lnTo>
                <a:lnTo>
                  <a:pt x="132392" y="23987"/>
                </a:lnTo>
                <a:lnTo>
                  <a:pt x="128732" y="17992"/>
                </a:lnTo>
                <a:lnTo>
                  <a:pt x="115679" y="13838"/>
                </a:lnTo>
                <a:lnTo>
                  <a:pt x="103633" y="8926"/>
                </a:lnTo>
                <a:lnTo>
                  <a:pt x="92800" y="2708"/>
                </a:lnTo>
                <a:lnTo>
                  <a:pt x="84454" y="0"/>
                </a:lnTo>
                <a:lnTo>
                  <a:pt x="81660" y="0"/>
                </a:lnTo>
                <a:lnTo>
                  <a:pt x="79248" y="0"/>
                </a:lnTo>
                <a:lnTo>
                  <a:pt x="92172" y="920"/>
                </a:lnTo>
                <a:lnTo>
                  <a:pt x="105471" y="3511"/>
                </a:lnTo>
                <a:lnTo>
                  <a:pt x="121363" y="10408"/>
                </a:lnTo>
                <a:lnTo>
                  <a:pt x="133744" y="15732"/>
                </a:lnTo>
                <a:lnTo>
                  <a:pt x="143854" y="20327"/>
                </a:lnTo>
                <a:lnTo>
                  <a:pt x="152935" y="25035"/>
                </a:lnTo>
                <a:lnTo>
                  <a:pt x="166423" y="32664"/>
                </a:lnTo>
                <a:lnTo>
                  <a:pt x="172079" y="39017"/>
                </a:lnTo>
                <a:lnTo>
                  <a:pt x="169585" y="55844"/>
                </a:lnTo>
                <a:lnTo>
                  <a:pt x="162231" y="66071"/>
                </a:lnTo>
                <a:lnTo>
                  <a:pt x="152574" y="72770"/>
                </a:lnTo>
                <a:lnTo>
                  <a:pt x="138433" y="82400"/>
                </a:lnTo>
                <a:lnTo>
                  <a:pt x="130396" y="8537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087957" y="3864228"/>
            <a:ext cx="71120" cy="316230"/>
          </a:xfrm>
          <a:custGeom>
            <a:avLst/>
            <a:gdLst/>
            <a:ahLst/>
            <a:cxnLst/>
            <a:rect l="l" t="t" r="r" b="b"/>
            <a:pathLst>
              <a:path w="71120" h="316229">
                <a:moveTo>
                  <a:pt x="64174" y="0"/>
                </a:moveTo>
                <a:lnTo>
                  <a:pt x="28251" y="35914"/>
                </a:lnTo>
                <a:lnTo>
                  <a:pt x="10495" y="70990"/>
                </a:lnTo>
                <a:lnTo>
                  <a:pt x="694" y="119688"/>
                </a:lnTo>
                <a:lnTo>
                  <a:pt x="0" y="133275"/>
                </a:lnTo>
                <a:lnTo>
                  <a:pt x="51" y="147675"/>
                </a:lnTo>
                <a:lnTo>
                  <a:pt x="5219" y="185823"/>
                </a:lnTo>
                <a:lnTo>
                  <a:pt x="20535" y="231898"/>
                </a:lnTo>
                <a:lnTo>
                  <a:pt x="39881" y="269313"/>
                </a:lnTo>
                <a:lnTo>
                  <a:pt x="55840" y="287747"/>
                </a:lnTo>
                <a:lnTo>
                  <a:pt x="63199" y="296502"/>
                </a:lnTo>
                <a:lnTo>
                  <a:pt x="69542" y="306116"/>
                </a:lnTo>
                <a:lnTo>
                  <a:pt x="70905" y="310896"/>
                </a:lnTo>
                <a:lnTo>
                  <a:pt x="70905" y="313309"/>
                </a:lnTo>
                <a:lnTo>
                  <a:pt x="70905" y="31610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294784" y="3958463"/>
            <a:ext cx="73025" cy="122555"/>
          </a:xfrm>
          <a:custGeom>
            <a:avLst/>
            <a:gdLst/>
            <a:ahLst/>
            <a:cxnLst/>
            <a:rect l="l" t="t" r="r" b="b"/>
            <a:pathLst>
              <a:path w="73025" h="122554">
                <a:moveTo>
                  <a:pt x="857" y="0"/>
                </a:moveTo>
                <a:lnTo>
                  <a:pt x="178" y="11797"/>
                </a:lnTo>
                <a:lnTo>
                  <a:pt x="0" y="25848"/>
                </a:lnTo>
                <a:lnTo>
                  <a:pt x="3109" y="38003"/>
                </a:lnTo>
                <a:lnTo>
                  <a:pt x="16405" y="42771"/>
                </a:lnTo>
                <a:lnTo>
                  <a:pt x="26507" y="40474"/>
                </a:lnTo>
                <a:lnTo>
                  <a:pt x="34656" y="36324"/>
                </a:lnTo>
                <a:lnTo>
                  <a:pt x="44545" y="33147"/>
                </a:lnTo>
                <a:lnTo>
                  <a:pt x="49625" y="30734"/>
                </a:lnTo>
                <a:lnTo>
                  <a:pt x="58261" y="28575"/>
                </a:lnTo>
                <a:lnTo>
                  <a:pt x="62765" y="40489"/>
                </a:lnTo>
                <a:lnTo>
                  <a:pt x="67228" y="53516"/>
                </a:lnTo>
                <a:lnTo>
                  <a:pt x="70840" y="65800"/>
                </a:lnTo>
                <a:lnTo>
                  <a:pt x="72580" y="82159"/>
                </a:lnTo>
                <a:lnTo>
                  <a:pt x="69882" y="91869"/>
                </a:lnTo>
                <a:lnTo>
                  <a:pt x="64234" y="99458"/>
                </a:lnTo>
                <a:lnTo>
                  <a:pt x="53142" y="113901"/>
                </a:lnTo>
                <a:lnTo>
                  <a:pt x="44416" y="120444"/>
                </a:lnTo>
                <a:lnTo>
                  <a:pt x="35388" y="122111"/>
                </a:lnTo>
                <a:lnTo>
                  <a:pt x="23392" y="121924"/>
                </a:lnTo>
                <a:lnTo>
                  <a:pt x="6404" y="119389"/>
                </a:lnTo>
                <a:lnTo>
                  <a:pt x="1172" y="108942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281671" y="3922146"/>
            <a:ext cx="133350" cy="22225"/>
          </a:xfrm>
          <a:custGeom>
            <a:avLst/>
            <a:gdLst/>
            <a:ahLst/>
            <a:cxnLst/>
            <a:rect l="l" t="t" r="r" b="b"/>
            <a:pathLst>
              <a:path w="133350" h="22225">
                <a:moveTo>
                  <a:pt x="0" y="14599"/>
                </a:moveTo>
                <a:lnTo>
                  <a:pt x="6907" y="22143"/>
                </a:lnTo>
                <a:lnTo>
                  <a:pt x="20966" y="21712"/>
                </a:lnTo>
                <a:lnTo>
                  <a:pt x="33238" y="20868"/>
                </a:lnTo>
                <a:lnTo>
                  <a:pt x="46108" y="18633"/>
                </a:lnTo>
                <a:lnTo>
                  <a:pt x="59070" y="15455"/>
                </a:lnTo>
                <a:lnTo>
                  <a:pt x="71617" y="11778"/>
                </a:lnTo>
                <a:lnTo>
                  <a:pt x="83243" y="8050"/>
                </a:lnTo>
                <a:lnTo>
                  <a:pt x="96831" y="4049"/>
                </a:lnTo>
                <a:lnTo>
                  <a:pt x="108735" y="1611"/>
                </a:lnTo>
                <a:lnTo>
                  <a:pt x="120384" y="379"/>
                </a:lnTo>
                <a:lnTo>
                  <a:pt x="133209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39662" y="3935504"/>
            <a:ext cx="108585" cy="96520"/>
          </a:xfrm>
          <a:custGeom>
            <a:avLst/>
            <a:gdLst/>
            <a:ahLst/>
            <a:cxnLst/>
            <a:rect l="l" t="t" r="r" b="b"/>
            <a:pathLst>
              <a:path w="108584" h="96520">
                <a:moveTo>
                  <a:pt x="12951" y="36928"/>
                </a:moveTo>
                <a:lnTo>
                  <a:pt x="16535" y="75316"/>
                </a:lnTo>
                <a:lnTo>
                  <a:pt x="41112" y="96527"/>
                </a:lnTo>
                <a:lnTo>
                  <a:pt x="55030" y="94940"/>
                </a:lnTo>
                <a:lnTo>
                  <a:pt x="87210" y="72985"/>
                </a:lnTo>
                <a:lnTo>
                  <a:pt x="108535" y="41030"/>
                </a:lnTo>
                <a:lnTo>
                  <a:pt x="107421" y="29459"/>
                </a:lnTo>
                <a:lnTo>
                  <a:pt x="71435" y="1782"/>
                </a:lnTo>
                <a:lnTo>
                  <a:pt x="58654" y="0"/>
                </a:lnTo>
                <a:lnTo>
                  <a:pt x="45907" y="9"/>
                </a:lnTo>
                <a:lnTo>
                  <a:pt x="33607" y="1613"/>
                </a:lnTo>
                <a:lnTo>
                  <a:pt x="22170" y="4616"/>
                </a:lnTo>
                <a:lnTo>
                  <a:pt x="7667" y="14185"/>
                </a:lnTo>
                <a:lnTo>
                  <a:pt x="0" y="1585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66406" y="4023105"/>
            <a:ext cx="64135" cy="86360"/>
          </a:xfrm>
          <a:custGeom>
            <a:avLst/>
            <a:gdLst/>
            <a:ahLst/>
            <a:cxnLst/>
            <a:rect l="l" t="t" r="r" b="b"/>
            <a:pathLst>
              <a:path w="64134" h="86360">
                <a:moveTo>
                  <a:pt x="56896" y="0"/>
                </a:moveTo>
                <a:lnTo>
                  <a:pt x="60925" y="12036"/>
                </a:lnTo>
                <a:lnTo>
                  <a:pt x="63801" y="23786"/>
                </a:lnTo>
                <a:lnTo>
                  <a:pt x="60625" y="37581"/>
                </a:lnTo>
                <a:lnTo>
                  <a:pt x="52908" y="47892"/>
                </a:lnTo>
                <a:lnTo>
                  <a:pt x="43963" y="56286"/>
                </a:lnTo>
                <a:lnTo>
                  <a:pt x="34753" y="66144"/>
                </a:lnTo>
                <a:lnTo>
                  <a:pt x="25293" y="76017"/>
                </a:lnTo>
                <a:lnTo>
                  <a:pt x="15214" y="83554"/>
                </a:lnTo>
                <a:lnTo>
                  <a:pt x="4825" y="86233"/>
                </a:lnTo>
                <a:lnTo>
                  <a:pt x="2667" y="86233"/>
                </a:lnTo>
                <a:lnTo>
                  <a:pt x="0" y="86233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766304" y="3901130"/>
            <a:ext cx="92710" cy="129539"/>
          </a:xfrm>
          <a:custGeom>
            <a:avLst/>
            <a:gdLst/>
            <a:ahLst/>
            <a:cxnLst/>
            <a:rect l="l" t="t" r="r" b="b"/>
            <a:pathLst>
              <a:path w="92709" h="129539">
                <a:moveTo>
                  <a:pt x="92710" y="14279"/>
                </a:moveTo>
                <a:lnTo>
                  <a:pt x="80999" y="9166"/>
                </a:lnTo>
                <a:lnTo>
                  <a:pt x="70318" y="2537"/>
                </a:lnTo>
                <a:lnTo>
                  <a:pt x="57872" y="0"/>
                </a:lnTo>
                <a:lnTo>
                  <a:pt x="19234" y="5135"/>
                </a:lnTo>
                <a:lnTo>
                  <a:pt x="6350" y="16184"/>
                </a:lnTo>
                <a:lnTo>
                  <a:pt x="0" y="14279"/>
                </a:lnTo>
                <a:lnTo>
                  <a:pt x="1412" y="27714"/>
                </a:lnTo>
                <a:lnTo>
                  <a:pt x="7871" y="37998"/>
                </a:lnTo>
                <a:lnTo>
                  <a:pt x="21025" y="46739"/>
                </a:lnTo>
                <a:lnTo>
                  <a:pt x="32387" y="54591"/>
                </a:lnTo>
                <a:lnTo>
                  <a:pt x="42404" y="61815"/>
                </a:lnTo>
                <a:lnTo>
                  <a:pt x="51520" y="68673"/>
                </a:lnTo>
                <a:lnTo>
                  <a:pt x="60182" y="75425"/>
                </a:lnTo>
                <a:lnTo>
                  <a:pt x="75166" y="83815"/>
                </a:lnTo>
                <a:lnTo>
                  <a:pt x="83034" y="89591"/>
                </a:lnTo>
                <a:lnTo>
                  <a:pt x="82329" y="104683"/>
                </a:lnTo>
                <a:lnTo>
                  <a:pt x="75978" y="112854"/>
                </a:lnTo>
                <a:lnTo>
                  <a:pt x="37624" y="127626"/>
                </a:lnTo>
                <a:lnTo>
                  <a:pt x="15089" y="129009"/>
                </a:lnTo>
                <a:lnTo>
                  <a:pt x="10982" y="115306"/>
                </a:lnTo>
                <a:lnTo>
                  <a:pt x="32924" y="77346"/>
                </a:lnTo>
                <a:lnTo>
                  <a:pt x="69915" y="39231"/>
                </a:lnTo>
                <a:lnTo>
                  <a:pt x="79872" y="32214"/>
                </a:lnTo>
                <a:lnTo>
                  <a:pt x="88119" y="2580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930642" y="3886834"/>
            <a:ext cx="68580" cy="148590"/>
          </a:xfrm>
          <a:custGeom>
            <a:avLst/>
            <a:gdLst/>
            <a:ahLst/>
            <a:cxnLst/>
            <a:rect l="l" t="t" r="r" b="b"/>
            <a:pathLst>
              <a:path w="68579" h="148589">
                <a:moveTo>
                  <a:pt x="0" y="0"/>
                </a:moveTo>
                <a:lnTo>
                  <a:pt x="12726" y="0"/>
                </a:lnTo>
                <a:lnTo>
                  <a:pt x="25394" y="0"/>
                </a:lnTo>
                <a:lnTo>
                  <a:pt x="38043" y="0"/>
                </a:lnTo>
                <a:lnTo>
                  <a:pt x="50711" y="0"/>
                </a:lnTo>
                <a:lnTo>
                  <a:pt x="63436" y="0"/>
                </a:lnTo>
                <a:lnTo>
                  <a:pt x="66892" y="12633"/>
                </a:lnTo>
                <a:lnTo>
                  <a:pt x="68146" y="24764"/>
                </a:lnTo>
                <a:lnTo>
                  <a:pt x="67296" y="36581"/>
                </a:lnTo>
                <a:lnTo>
                  <a:pt x="64438" y="48274"/>
                </a:lnTo>
                <a:lnTo>
                  <a:pt x="59669" y="60029"/>
                </a:lnTo>
                <a:lnTo>
                  <a:pt x="53114" y="73665"/>
                </a:lnTo>
                <a:lnTo>
                  <a:pt x="48651" y="86209"/>
                </a:lnTo>
                <a:lnTo>
                  <a:pt x="45574" y="97965"/>
                </a:lnTo>
                <a:lnTo>
                  <a:pt x="43179" y="109239"/>
                </a:lnTo>
                <a:lnTo>
                  <a:pt x="40758" y="120334"/>
                </a:lnTo>
                <a:lnTo>
                  <a:pt x="37609" y="131556"/>
                </a:lnTo>
                <a:lnTo>
                  <a:pt x="33085" y="139637"/>
                </a:lnTo>
                <a:lnTo>
                  <a:pt x="28365" y="145889"/>
                </a:lnTo>
                <a:lnTo>
                  <a:pt x="27197" y="148316"/>
                </a:lnTo>
                <a:lnTo>
                  <a:pt x="33329" y="144924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049945" y="4008691"/>
            <a:ext cx="19685" cy="0"/>
          </a:xfrm>
          <a:custGeom>
            <a:avLst/>
            <a:gdLst/>
            <a:ahLst/>
            <a:cxnLst/>
            <a:rect l="l" t="t" r="r" b="b"/>
            <a:pathLst>
              <a:path w="19684">
                <a:moveTo>
                  <a:pt x="0" y="0"/>
                </a:moveTo>
                <a:lnTo>
                  <a:pt x="19202" y="0"/>
                </a:lnTo>
              </a:path>
            </a:pathLst>
          </a:custGeom>
          <a:ln w="1460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106694" y="3893565"/>
            <a:ext cx="67945" cy="107314"/>
          </a:xfrm>
          <a:custGeom>
            <a:avLst/>
            <a:gdLst/>
            <a:ahLst/>
            <a:cxnLst/>
            <a:rect l="l" t="t" r="r" b="b"/>
            <a:pathLst>
              <a:path w="67945" h="107314">
                <a:moveTo>
                  <a:pt x="9875" y="0"/>
                </a:moveTo>
                <a:lnTo>
                  <a:pt x="14212" y="14091"/>
                </a:lnTo>
                <a:lnTo>
                  <a:pt x="23503" y="21700"/>
                </a:lnTo>
                <a:lnTo>
                  <a:pt x="30861" y="23643"/>
                </a:lnTo>
                <a:lnTo>
                  <a:pt x="32861" y="26186"/>
                </a:lnTo>
                <a:lnTo>
                  <a:pt x="45012" y="20897"/>
                </a:lnTo>
                <a:lnTo>
                  <a:pt x="53612" y="16928"/>
                </a:lnTo>
                <a:lnTo>
                  <a:pt x="59515" y="21212"/>
                </a:lnTo>
                <a:lnTo>
                  <a:pt x="64301" y="33370"/>
                </a:lnTo>
                <a:lnTo>
                  <a:pt x="66600" y="44673"/>
                </a:lnTo>
                <a:lnTo>
                  <a:pt x="67350" y="61646"/>
                </a:lnTo>
                <a:lnTo>
                  <a:pt x="67649" y="75375"/>
                </a:lnTo>
                <a:lnTo>
                  <a:pt x="65799" y="85898"/>
                </a:lnTo>
                <a:lnTo>
                  <a:pt x="60106" y="93251"/>
                </a:lnTo>
                <a:lnTo>
                  <a:pt x="48766" y="99697"/>
                </a:lnTo>
                <a:lnTo>
                  <a:pt x="36388" y="104243"/>
                </a:lnTo>
                <a:lnTo>
                  <a:pt x="23932" y="107002"/>
                </a:lnTo>
                <a:lnTo>
                  <a:pt x="8775" y="105131"/>
                </a:lnTo>
                <a:lnTo>
                  <a:pt x="0" y="9829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109204" y="3865117"/>
            <a:ext cx="100330" cy="14604"/>
          </a:xfrm>
          <a:custGeom>
            <a:avLst/>
            <a:gdLst/>
            <a:ahLst/>
            <a:cxnLst/>
            <a:rect l="l" t="t" r="r" b="b"/>
            <a:pathLst>
              <a:path w="100329" h="14604">
                <a:moveTo>
                  <a:pt x="0" y="14350"/>
                </a:moveTo>
                <a:lnTo>
                  <a:pt x="12337" y="10745"/>
                </a:lnTo>
                <a:lnTo>
                  <a:pt x="23071" y="8058"/>
                </a:lnTo>
                <a:lnTo>
                  <a:pt x="40144" y="7387"/>
                </a:lnTo>
                <a:lnTo>
                  <a:pt x="54216" y="6389"/>
                </a:lnTo>
                <a:lnTo>
                  <a:pt x="66165" y="5049"/>
                </a:lnTo>
                <a:lnTo>
                  <a:pt x="76873" y="3350"/>
                </a:lnTo>
                <a:lnTo>
                  <a:pt x="87219" y="1279"/>
                </a:lnTo>
                <a:lnTo>
                  <a:pt x="95376" y="0"/>
                </a:lnTo>
                <a:lnTo>
                  <a:pt x="97536" y="0"/>
                </a:lnTo>
                <a:lnTo>
                  <a:pt x="100329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210693" y="3778884"/>
            <a:ext cx="77470" cy="286385"/>
          </a:xfrm>
          <a:custGeom>
            <a:avLst/>
            <a:gdLst/>
            <a:ahLst/>
            <a:cxnLst/>
            <a:rect l="l" t="t" r="r" b="b"/>
            <a:pathLst>
              <a:path w="77470" h="286385">
                <a:moveTo>
                  <a:pt x="6079" y="0"/>
                </a:moveTo>
                <a:lnTo>
                  <a:pt x="32933" y="27302"/>
                </a:lnTo>
                <a:lnTo>
                  <a:pt x="54003" y="60915"/>
                </a:lnTo>
                <a:lnTo>
                  <a:pt x="72550" y="107217"/>
                </a:lnTo>
                <a:lnTo>
                  <a:pt x="77080" y="146953"/>
                </a:lnTo>
                <a:lnTo>
                  <a:pt x="76222" y="161263"/>
                </a:lnTo>
                <a:lnTo>
                  <a:pt x="67924" y="198958"/>
                </a:lnTo>
                <a:lnTo>
                  <a:pt x="44536" y="240456"/>
                </a:lnTo>
                <a:lnTo>
                  <a:pt x="14576" y="271177"/>
                </a:lnTo>
                <a:lnTo>
                  <a:pt x="7441" y="278381"/>
                </a:lnTo>
                <a:lnTo>
                  <a:pt x="0" y="28595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172079" y="4910341"/>
            <a:ext cx="176530" cy="90170"/>
          </a:xfrm>
          <a:custGeom>
            <a:avLst/>
            <a:gdLst/>
            <a:ahLst/>
            <a:cxnLst/>
            <a:rect l="l" t="t" r="r" b="b"/>
            <a:pathLst>
              <a:path w="176529" h="90170">
                <a:moveTo>
                  <a:pt x="0" y="55739"/>
                </a:moveTo>
                <a:lnTo>
                  <a:pt x="13344" y="54701"/>
                </a:lnTo>
                <a:lnTo>
                  <a:pt x="25341" y="52364"/>
                </a:lnTo>
                <a:lnTo>
                  <a:pt x="37259" y="49894"/>
                </a:lnTo>
                <a:lnTo>
                  <a:pt x="52482" y="49042"/>
                </a:lnTo>
                <a:lnTo>
                  <a:pt x="66652" y="48521"/>
                </a:lnTo>
                <a:lnTo>
                  <a:pt x="79925" y="48263"/>
                </a:lnTo>
                <a:lnTo>
                  <a:pt x="92456" y="48198"/>
                </a:lnTo>
                <a:lnTo>
                  <a:pt x="104400" y="48257"/>
                </a:lnTo>
                <a:lnTo>
                  <a:pt x="115915" y="48372"/>
                </a:lnTo>
                <a:lnTo>
                  <a:pt x="127154" y="48473"/>
                </a:lnTo>
                <a:lnTo>
                  <a:pt x="127607" y="40625"/>
                </a:lnTo>
                <a:lnTo>
                  <a:pt x="119607" y="31427"/>
                </a:lnTo>
                <a:lnTo>
                  <a:pt x="104774" y="25589"/>
                </a:lnTo>
                <a:lnTo>
                  <a:pt x="93812" y="22406"/>
                </a:lnTo>
                <a:lnTo>
                  <a:pt x="86725" y="17325"/>
                </a:lnTo>
                <a:lnTo>
                  <a:pt x="98089" y="10136"/>
                </a:lnTo>
                <a:lnTo>
                  <a:pt x="109529" y="4911"/>
                </a:lnTo>
                <a:lnTo>
                  <a:pt x="121504" y="1561"/>
                </a:lnTo>
                <a:lnTo>
                  <a:pt x="134472" y="0"/>
                </a:lnTo>
                <a:lnTo>
                  <a:pt x="147020" y="813"/>
                </a:lnTo>
                <a:lnTo>
                  <a:pt x="159898" y="4789"/>
                </a:lnTo>
                <a:lnTo>
                  <a:pt x="171041" y="12104"/>
                </a:lnTo>
                <a:lnTo>
                  <a:pt x="176413" y="26659"/>
                </a:lnTo>
                <a:lnTo>
                  <a:pt x="176485" y="38883"/>
                </a:lnTo>
                <a:lnTo>
                  <a:pt x="173518" y="48759"/>
                </a:lnTo>
                <a:lnTo>
                  <a:pt x="148334" y="81402"/>
                </a:lnTo>
                <a:lnTo>
                  <a:pt x="129700" y="89860"/>
                </a:lnTo>
                <a:lnTo>
                  <a:pt x="124156" y="84688"/>
                </a:lnTo>
                <a:lnTo>
                  <a:pt x="121466" y="74978"/>
                </a:lnTo>
                <a:lnTo>
                  <a:pt x="120603" y="62788"/>
                </a:lnTo>
                <a:lnTo>
                  <a:pt x="120537" y="5017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522598" y="3930180"/>
            <a:ext cx="2129155" cy="2195195"/>
          </a:xfrm>
          <a:custGeom>
            <a:avLst/>
            <a:gdLst/>
            <a:ahLst/>
            <a:cxnLst/>
            <a:rect l="l" t="t" r="r" b="b"/>
            <a:pathLst>
              <a:path w="2129154" h="2195195">
                <a:moveTo>
                  <a:pt x="0" y="166077"/>
                </a:moveTo>
                <a:lnTo>
                  <a:pt x="1403" y="178758"/>
                </a:lnTo>
                <a:lnTo>
                  <a:pt x="2782" y="191319"/>
                </a:lnTo>
                <a:lnTo>
                  <a:pt x="4172" y="203848"/>
                </a:lnTo>
                <a:lnTo>
                  <a:pt x="5608" y="216432"/>
                </a:lnTo>
                <a:lnTo>
                  <a:pt x="7125" y="229159"/>
                </a:lnTo>
                <a:lnTo>
                  <a:pt x="8483" y="241806"/>
                </a:lnTo>
                <a:lnTo>
                  <a:pt x="12286" y="279772"/>
                </a:lnTo>
                <a:lnTo>
                  <a:pt x="15786" y="317760"/>
                </a:lnTo>
                <a:lnTo>
                  <a:pt x="19114" y="355742"/>
                </a:lnTo>
                <a:lnTo>
                  <a:pt x="20208" y="368397"/>
                </a:lnTo>
                <a:lnTo>
                  <a:pt x="21302" y="381047"/>
                </a:lnTo>
                <a:lnTo>
                  <a:pt x="25775" y="431583"/>
                </a:lnTo>
                <a:lnTo>
                  <a:pt x="28139" y="456798"/>
                </a:lnTo>
                <a:lnTo>
                  <a:pt x="29311" y="469668"/>
                </a:lnTo>
                <a:lnTo>
                  <a:pt x="31744" y="508056"/>
                </a:lnTo>
                <a:lnTo>
                  <a:pt x="33028" y="546166"/>
                </a:lnTo>
                <a:lnTo>
                  <a:pt x="33775" y="584072"/>
                </a:lnTo>
                <a:lnTo>
                  <a:pt x="34011" y="596675"/>
                </a:lnTo>
                <a:lnTo>
                  <a:pt x="35493" y="646995"/>
                </a:lnTo>
                <a:lnTo>
                  <a:pt x="37595" y="686108"/>
                </a:lnTo>
                <a:lnTo>
                  <a:pt x="40045" y="724726"/>
                </a:lnTo>
                <a:lnTo>
                  <a:pt x="42632" y="762944"/>
                </a:lnTo>
                <a:lnTo>
                  <a:pt x="43489" y="775610"/>
                </a:lnTo>
                <a:lnTo>
                  <a:pt x="46681" y="826002"/>
                </a:lnTo>
                <a:lnTo>
                  <a:pt x="49125" y="876125"/>
                </a:lnTo>
                <a:lnTo>
                  <a:pt x="50257" y="913900"/>
                </a:lnTo>
                <a:lnTo>
                  <a:pt x="50665" y="926622"/>
                </a:lnTo>
                <a:lnTo>
                  <a:pt x="52717" y="977342"/>
                </a:lnTo>
                <a:lnTo>
                  <a:pt x="53858" y="1002655"/>
                </a:lnTo>
                <a:lnTo>
                  <a:pt x="54424" y="1015314"/>
                </a:lnTo>
                <a:lnTo>
                  <a:pt x="56425" y="1066054"/>
                </a:lnTo>
                <a:lnTo>
                  <a:pt x="57300" y="1113158"/>
                </a:lnTo>
                <a:lnTo>
                  <a:pt x="57330" y="1130176"/>
                </a:lnTo>
                <a:lnTo>
                  <a:pt x="57226" y="1147090"/>
                </a:lnTo>
                <a:lnTo>
                  <a:pt x="56176" y="1197256"/>
                </a:lnTo>
                <a:lnTo>
                  <a:pt x="54155" y="1246667"/>
                </a:lnTo>
                <a:lnTo>
                  <a:pt x="51339" y="1295468"/>
                </a:lnTo>
                <a:lnTo>
                  <a:pt x="47905" y="1343799"/>
                </a:lnTo>
                <a:lnTo>
                  <a:pt x="44031" y="1391803"/>
                </a:lnTo>
                <a:lnTo>
                  <a:pt x="41552" y="1420809"/>
                </a:lnTo>
                <a:lnTo>
                  <a:pt x="40484" y="1433903"/>
                </a:lnTo>
                <a:lnTo>
                  <a:pt x="37633" y="1473393"/>
                </a:lnTo>
                <a:lnTo>
                  <a:pt x="35421" y="1513111"/>
                </a:lnTo>
                <a:lnTo>
                  <a:pt x="33984" y="1552946"/>
                </a:lnTo>
                <a:lnTo>
                  <a:pt x="33459" y="1592787"/>
                </a:lnTo>
                <a:lnTo>
                  <a:pt x="33510" y="1606049"/>
                </a:lnTo>
                <a:lnTo>
                  <a:pt x="34411" y="1645725"/>
                </a:lnTo>
                <a:lnTo>
                  <a:pt x="36449" y="1684634"/>
                </a:lnTo>
                <a:lnTo>
                  <a:pt x="39600" y="1722619"/>
                </a:lnTo>
                <a:lnTo>
                  <a:pt x="43537" y="1760716"/>
                </a:lnTo>
                <a:lnTo>
                  <a:pt x="44911" y="1773395"/>
                </a:lnTo>
                <a:lnTo>
                  <a:pt x="46275" y="1786046"/>
                </a:lnTo>
                <a:lnTo>
                  <a:pt x="47606" y="1798661"/>
                </a:lnTo>
                <a:lnTo>
                  <a:pt x="48879" y="1811229"/>
                </a:lnTo>
                <a:lnTo>
                  <a:pt x="50430" y="1825927"/>
                </a:lnTo>
                <a:lnTo>
                  <a:pt x="52239" y="1839881"/>
                </a:lnTo>
                <a:lnTo>
                  <a:pt x="54212" y="1853179"/>
                </a:lnTo>
                <a:lnTo>
                  <a:pt x="56253" y="1865910"/>
                </a:lnTo>
                <a:lnTo>
                  <a:pt x="58267" y="1878165"/>
                </a:lnTo>
                <a:lnTo>
                  <a:pt x="60160" y="1890033"/>
                </a:lnTo>
                <a:lnTo>
                  <a:pt x="64990" y="1940283"/>
                </a:lnTo>
                <a:lnTo>
                  <a:pt x="66991" y="1979978"/>
                </a:lnTo>
                <a:lnTo>
                  <a:pt x="68566" y="2018415"/>
                </a:lnTo>
                <a:lnTo>
                  <a:pt x="69073" y="2031003"/>
                </a:lnTo>
                <a:lnTo>
                  <a:pt x="71450" y="2080547"/>
                </a:lnTo>
                <a:lnTo>
                  <a:pt x="75175" y="2129367"/>
                </a:lnTo>
                <a:lnTo>
                  <a:pt x="80080" y="2168331"/>
                </a:lnTo>
                <a:lnTo>
                  <a:pt x="82407" y="2180977"/>
                </a:lnTo>
                <a:lnTo>
                  <a:pt x="84470" y="2192438"/>
                </a:lnTo>
                <a:lnTo>
                  <a:pt x="108046" y="2193502"/>
                </a:lnTo>
                <a:lnTo>
                  <a:pt x="131540" y="2194266"/>
                </a:lnTo>
                <a:lnTo>
                  <a:pt x="154959" y="2194743"/>
                </a:lnTo>
                <a:lnTo>
                  <a:pt x="178311" y="2194946"/>
                </a:lnTo>
                <a:lnTo>
                  <a:pt x="201602" y="2194889"/>
                </a:lnTo>
                <a:lnTo>
                  <a:pt x="248033" y="2194048"/>
                </a:lnTo>
                <a:lnTo>
                  <a:pt x="294308" y="2192326"/>
                </a:lnTo>
                <a:lnTo>
                  <a:pt x="340487" y="2189831"/>
                </a:lnTo>
                <a:lnTo>
                  <a:pt x="386626" y="2186671"/>
                </a:lnTo>
                <a:lnTo>
                  <a:pt x="432784" y="2182952"/>
                </a:lnTo>
                <a:lnTo>
                  <a:pt x="479018" y="2178782"/>
                </a:lnTo>
                <a:lnTo>
                  <a:pt x="525387" y="2174268"/>
                </a:lnTo>
                <a:lnTo>
                  <a:pt x="573697" y="2169299"/>
                </a:lnTo>
                <a:lnTo>
                  <a:pt x="624200" y="2163689"/>
                </a:lnTo>
                <a:lnTo>
                  <a:pt x="636879" y="2162269"/>
                </a:lnTo>
                <a:lnTo>
                  <a:pt x="674969" y="2158140"/>
                </a:lnTo>
                <a:lnTo>
                  <a:pt x="713039" y="2154426"/>
                </a:lnTo>
                <a:lnTo>
                  <a:pt x="763549" y="2150618"/>
                </a:lnTo>
                <a:lnTo>
                  <a:pt x="803502" y="2148886"/>
                </a:lnTo>
                <a:lnTo>
                  <a:pt x="842133" y="2147633"/>
                </a:lnTo>
                <a:lnTo>
                  <a:pt x="854778" y="2147255"/>
                </a:lnTo>
                <a:lnTo>
                  <a:pt x="867330" y="2146873"/>
                </a:lnTo>
                <a:lnTo>
                  <a:pt x="916872" y="2145012"/>
                </a:lnTo>
                <a:lnTo>
                  <a:pt x="961566" y="2142335"/>
                </a:lnTo>
                <a:lnTo>
                  <a:pt x="981621" y="2141152"/>
                </a:lnTo>
                <a:lnTo>
                  <a:pt x="1021503" y="2139211"/>
                </a:lnTo>
                <a:lnTo>
                  <a:pt x="1061105" y="2137729"/>
                </a:lnTo>
                <a:lnTo>
                  <a:pt x="1100456" y="2136576"/>
                </a:lnTo>
                <a:lnTo>
                  <a:pt x="1139584" y="2135620"/>
                </a:lnTo>
                <a:lnTo>
                  <a:pt x="1159073" y="2135176"/>
                </a:lnTo>
                <a:lnTo>
                  <a:pt x="1178517" y="2134732"/>
                </a:lnTo>
                <a:lnTo>
                  <a:pt x="1217283" y="2133781"/>
                </a:lnTo>
                <a:lnTo>
                  <a:pt x="1255910" y="2132636"/>
                </a:lnTo>
                <a:lnTo>
                  <a:pt x="1294428" y="2131167"/>
                </a:lnTo>
                <a:lnTo>
                  <a:pt x="1332864" y="2129243"/>
                </a:lnTo>
                <a:lnTo>
                  <a:pt x="1358317" y="2127609"/>
                </a:lnTo>
                <a:lnTo>
                  <a:pt x="1370980" y="2126803"/>
                </a:lnTo>
                <a:lnTo>
                  <a:pt x="1421472" y="2123923"/>
                </a:lnTo>
                <a:lnTo>
                  <a:pt x="1472225" y="2122149"/>
                </a:lnTo>
                <a:lnTo>
                  <a:pt x="1535143" y="2121788"/>
                </a:lnTo>
                <a:lnTo>
                  <a:pt x="1560069" y="2121906"/>
                </a:lnTo>
                <a:lnTo>
                  <a:pt x="1609683" y="2122510"/>
                </a:lnTo>
                <a:lnTo>
                  <a:pt x="1659006" y="2123551"/>
                </a:lnTo>
                <a:lnTo>
                  <a:pt x="1708065" y="2124960"/>
                </a:lnTo>
                <a:lnTo>
                  <a:pt x="1756890" y="2126669"/>
                </a:lnTo>
                <a:lnTo>
                  <a:pt x="1805508" y="2128610"/>
                </a:lnTo>
                <a:lnTo>
                  <a:pt x="1853950" y="2130715"/>
                </a:lnTo>
                <a:lnTo>
                  <a:pt x="1902243" y="2132918"/>
                </a:lnTo>
                <a:lnTo>
                  <a:pt x="1926343" y="2134034"/>
                </a:lnTo>
                <a:lnTo>
                  <a:pt x="1950417" y="2135149"/>
                </a:lnTo>
                <a:lnTo>
                  <a:pt x="1974468" y="2136254"/>
                </a:lnTo>
                <a:lnTo>
                  <a:pt x="1984988" y="2136887"/>
                </a:lnTo>
                <a:lnTo>
                  <a:pt x="1997313" y="2137816"/>
                </a:lnTo>
                <a:lnTo>
                  <a:pt x="2010874" y="2138776"/>
                </a:lnTo>
                <a:lnTo>
                  <a:pt x="2025108" y="2139504"/>
                </a:lnTo>
                <a:lnTo>
                  <a:pt x="2039447" y="2139736"/>
                </a:lnTo>
                <a:lnTo>
                  <a:pt x="2053325" y="2139205"/>
                </a:lnTo>
                <a:lnTo>
                  <a:pt x="2096760" y="2121586"/>
                </a:lnTo>
                <a:lnTo>
                  <a:pt x="2104002" y="2105490"/>
                </a:lnTo>
                <a:lnTo>
                  <a:pt x="2104913" y="2098980"/>
                </a:lnTo>
                <a:lnTo>
                  <a:pt x="2108230" y="2089600"/>
                </a:lnTo>
                <a:lnTo>
                  <a:pt x="2112170" y="2080312"/>
                </a:lnTo>
                <a:lnTo>
                  <a:pt x="2115404" y="2069681"/>
                </a:lnTo>
                <a:lnTo>
                  <a:pt x="2121540" y="2031753"/>
                </a:lnTo>
                <a:lnTo>
                  <a:pt x="2123742" y="1989020"/>
                </a:lnTo>
                <a:lnTo>
                  <a:pt x="2123923" y="1960560"/>
                </a:lnTo>
                <a:lnTo>
                  <a:pt x="2123830" y="1946946"/>
                </a:lnTo>
                <a:lnTo>
                  <a:pt x="2123703" y="1934011"/>
                </a:lnTo>
                <a:lnTo>
                  <a:pt x="2123611" y="1921960"/>
                </a:lnTo>
                <a:lnTo>
                  <a:pt x="2123620" y="1910993"/>
                </a:lnTo>
                <a:lnTo>
                  <a:pt x="2123798" y="1901314"/>
                </a:lnTo>
                <a:lnTo>
                  <a:pt x="2125049" y="1866425"/>
                </a:lnTo>
                <a:lnTo>
                  <a:pt x="2126122" y="1831462"/>
                </a:lnTo>
                <a:lnTo>
                  <a:pt x="2127721" y="1761352"/>
                </a:lnTo>
                <a:lnTo>
                  <a:pt x="2128556" y="1691066"/>
                </a:lnTo>
                <a:lnTo>
                  <a:pt x="2128676" y="1655884"/>
                </a:lnTo>
                <a:lnTo>
                  <a:pt x="2128591" y="1620689"/>
                </a:lnTo>
                <a:lnTo>
                  <a:pt x="2127786" y="1550302"/>
                </a:lnTo>
                <a:lnTo>
                  <a:pt x="2126105" y="1479989"/>
                </a:lnTo>
                <a:lnTo>
                  <a:pt x="2123509" y="1409832"/>
                </a:lnTo>
                <a:lnTo>
                  <a:pt x="2119960" y="1339914"/>
                </a:lnTo>
                <a:lnTo>
                  <a:pt x="2115419" y="1270318"/>
                </a:lnTo>
                <a:lnTo>
                  <a:pt x="2109851" y="1201127"/>
                </a:lnTo>
                <a:lnTo>
                  <a:pt x="2108706" y="1188481"/>
                </a:lnTo>
                <a:lnTo>
                  <a:pt x="2107567" y="1175828"/>
                </a:lnTo>
                <a:lnTo>
                  <a:pt x="2104182" y="1137841"/>
                </a:lnTo>
                <a:lnTo>
                  <a:pt x="2100853" y="1099852"/>
                </a:lnTo>
                <a:lnTo>
                  <a:pt x="2096519" y="1049276"/>
                </a:lnTo>
                <a:lnTo>
                  <a:pt x="2095272" y="1035040"/>
                </a:lnTo>
                <a:lnTo>
                  <a:pt x="2094007" y="1021157"/>
                </a:lnTo>
                <a:lnTo>
                  <a:pt x="2092737" y="1007597"/>
                </a:lnTo>
                <a:lnTo>
                  <a:pt x="2091472" y="994333"/>
                </a:lnTo>
                <a:lnTo>
                  <a:pt x="2090224" y="981337"/>
                </a:lnTo>
                <a:lnTo>
                  <a:pt x="2089004" y="968578"/>
                </a:lnTo>
                <a:lnTo>
                  <a:pt x="2084640" y="919361"/>
                </a:lnTo>
                <a:lnTo>
                  <a:pt x="2081649" y="871680"/>
                </a:lnTo>
                <a:lnTo>
                  <a:pt x="2081121" y="858015"/>
                </a:lnTo>
                <a:lnTo>
                  <a:pt x="2080532" y="844613"/>
                </a:lnTo>
                <a:lnTo>
                  <a:pt x="2079894" y="831448"/>
                </a:lnTo>
                <a:lnTo>
                  <a:pt x="2079223" y="818495"/>
                </a:lnTo>
                <a:lnTo>
                  <a:pt x="2078532" y="805726"/>
                </a:lnTo>
                <a:lnTo>
                  <a:pt x="2077834" y="793116"/>
                </a:lnTo>
                <a:lnTo>
                  <a:pt x="2077144" y="780637"/>
                </a:lnTo>
                <a:lnTo>
                  <a:pt x="2074737" y="731516"/>
                </a:lnTo>
                <a:lnTo>
                  <a:pt x="2074292" y="719302"/>
                </a:lnTo>
                <a:lnTo>
                  <a:pt x="2074321" y="699561"/>
                </a:lnTo>
                <a:lnTo>
                  <a:pt x="2077227" y="647013"/>
                </a:lnTo>
                <a:lnTo>
                  <a:pt x="2082765" y="580567"/>
                </a:lnTo>
                <a:lnTo>
                  <a:pt x="2086082" y="543452"/>
                </a:lnTo>
                <a:lnTo>
                  <a:pt x="2089533" y="504447"/>
                </a:lnTo>
                <a:lnTo>
                  <a:pt x="2092941" y="464081"/>
                </a:lnTo>
                <a:lnTo>
                  <a:pt x="2096131" y="422881"/>
                </a:lnTo>
                <a:lnTo>
                  <a:pt x="2098929" y="381376"/>
                </a:lnTo>
                <a:lnTo>
                  <a:pt x="2101159" y="340093"/>
                </a:lnTo>
                <a:lnTo>
                  <a:pt x="2102646" y="299562"/>
                </a:lnTo>
                <a:lnTo>
                  <a:pt x="2103216" y="260311"/>
                </a:lnTo>
                <a:lnTo>
                  <a:pt x="2102692" y="222867"/>
                </a:lnTo>
                <a:lnTo>
                  <a:pt x="2097667" y="155515"/>
                </a:lnTo>
                <a:lnTo>
                  <a:pt x="2086169" y="101733"/>
                </a:lnTo>
                <a:lnTo>
                  <a:pt x="2066798" y="65747"/>
                </a:lnTo>
                <a:lnTo>
                  <a:pt x="2029921" y="49119"/>
                </a:lnTo>
                <a:lnTo>
                  <a:pt x="2005856" y="46628"/>
                </a:lnTo>
                <a:lnTo>
                  <a:pt x="1994515" y="45782"/>
                </a:lnTo>
                <a:lnTo>
                  <a:pt x="1955189" y="37782"/>
                </a:lnTo>
                <a:lnTo>
                  <a:pt x="1917193" y="32068"/>
                </a:lnTo>
                <a:lnTo>
                  <a:pt x="1878156" y="29120"/>
                </a:lnTo>
                <a:lnTo>
                  <a:pt x="1838490" y="26966"/>
                </a:lnTo>
                <a:lnTo>
                  <a:pt x="1812782" y="25668"/>
                </a:lnTo>
                <a:lnTo>
                  <a:pt x="1800112" y="25027"/>
                </a:lnTo>
                <a:lnTo>
                  <a:pt x="1750374" y="22267"/>
                </a:lnTo>
                <a:lnTo>
                  <a:pt x="1701554" y="18671"/>
                </a:lnTo>
                <a:lnTo>
                  <a:pt x="1664427" y="15034"/>
                </a:lnTo>
                <a:lnTo>
                  <a:pt x="1651628" y="13793"/>
                </a:lnTo>
                <a:lnTo>
                  <a:pt x="1613342" y="10457"/>
                </a:lnTo>
                <a:lnTo>
                  <a:pt x="1575214" y="7657"/>
                </a:lnTo>
                <a:lnTo>
                  <a:pt x="1524614" y="4676"/>
                </a:lnTo>
                <a:lnTo>
                  <a:pt x="1474270" y="2448"/>
                </a:lnTo>
                <a:lnTo>
                  <a:pt x="1411677" y="760"/>
                </a:lnTo>
                <a:lnTo>
                  <a:pt x="1362069" y="107"/>
                </a:lnTo>
                <a:lnTo>
                  <a:pt x="1337417" y="0"/>
                </a:lnTo>
                <a:lnTo>
                  <a:pt x="1312859" y="38"/>
                </a:lnTo>
                <a:lnTo>
                  <a:pt x="1264009" y="555"/>
                </a:lnTo>
                <a:lnTo>
                  <a:pt x="1215479" y="1660"/>
                </a:lnTo>
                <a:lnTo>
                  <a:pt x="1167229" y="3356"/>
                </a:lnTo>
                <a:lnTo>
                  <a:pt x="1119221" y="5644"/>
                </a:lnTo>
                <a:lnTo>
                  <a:pt x="1071414" y="8528"/>
                </a:lnTo>
                <a:lnTo>
                  <a:pt x="1023770" y="12009"/>
                </a:lnTo>
                <a:lnTo>
                  <a:pt x="976249" y="16090"/>
                </a:lnTo>
                <a:lnTo>
                  <a:pt x="963584" y="17157"/>
                </a:lnTo>
                <a:lnTo>
                  <a:pt x="912971" y="19802"/>
                </a:lnTo>
                <a:lnTo>
                  <a:pt x="874977" y="20972"/>
                </a:lnTo>
                <a:lnTo>
                  <a:pt x="862291" y="21376"/>
                </a:lnTo>
                <a:lnTo>
                  <a:pt x="824127" y="23073"/>
                </a:lnTo>
                <a:lnTo>
                  <a:pt x="784827" y="26015"/>
                </a:lnTo>
                <a:lnTo>
                  <a:pt x="746572" y="29793"/>
                </a:lnTo>
                <a:lnTo>
                  <a:pt x="709228" y="33920"/>
                </a:lnTo>
                <a:lnTo>
                  <a:pt x="696959" y="35289"/>
                </a:lnTo>
                <a:lnTo>
                  <a:pt x="658007" y="39121"/>
                </a:lnTo>
                <a:lnTo>
                  <a:pt x="618890" y="41968"/>
                </a:lnTo>
                <a:lnTo>
                  <a:pt x="580809" y="44310"/>
                </a:lnTo>
                <a:lnTo>
                  <a:pt x="568307" y="45089"/>
                </a:lnTo>
                <a:lnTo>
                  <a:pt x="519031" y="48827"/>
                </a:lnTo>
                <a:lnTo>
                  <a:pt x="468587" y="54646"/>
                </a:lnTo>
                <a:lnTo>
                  <a:pt x="443212" y="57913"/>
                </a:lnTo>
                <a:lnTo>
                  <a:pt x="430718" y="59516"/>
                </a:lnTo>
                <a:lnTo>
                  <a:pt x="381207" y="65370"/>
                </a:lnTo>
                <a:lnTo>
                  <a:pt x="341905" y="69359"/>
                </a:lnTo>
                <a:lnTo>
                  <a:pt x="292625" y="73092"/>
                </a:lnTo>
                <a:lnTo>
                  <a:pt x="249859" y="74463"/>
                </a:lnTo>
                <a:lnTo>
                  <a:pt x="206995" y="74954"/>
                </a:lnTo>
                <a:lnTo>
                  <a:pt x="192694" y="74967"/>
                </a:lnTo>
                <a:lnTo>
                  <a:pt x="178391" y="74919"/>
                </a:lnTo>
                <a:lnTo>
                  <a:pt x="135482" y="74512"/>
                </a:lnTo>
                <a:lnTo>
                  <a:pt x="92618" y="73905"/>
                </a:lnTo>
                <a:lnTo>
                  <a:pt x="78349" y="73702"/>
                </a:lnTo>
                <a:lnTo>
                  <a:pt x="35628" y="73226"/>
                </a:lnTo>
                <a:lnTo>
                  <a:pt x="7238" y="73113"/>
                </a:lnTo>
                <a:lnTo>
                  <a:pt x="8596" y="85723"/>
                </a:lnTo>
                <a:lnTo>
                  <a:pt x="9971" y="98268"/>
                </a:lnTo>
                <a:lnTo>
                  <a:pt x="11360" y="110774"/>
                </a:lnTo>
                <a:lnTo>
                  <a:pt x="12758" y="123266"/>
                </a:lnTo>
                <a:lnTo>
                  <a:pt x="14160" y="135768"/>
                </a:lnTo>
                <a:lnTo>
                  <a:pt x="15563" y="148305"/>
                </a:lnTo>
                <a:lnTo>
                  <a:pt x="16962" y="160900"/>
                </a:lnTo>
                <a:lnTo>
                  <a:pt x="18353" y="173579"/>
                </a:lnTo>
                <a:lnTo>
                  <a:pt x="19731" y="186367"/>
                </a:lnTo>
                <a:lnTo>
                  <a:pt x="21092" y="199287"/>
                </a:lnTo>
                <a:lnTo>
                  <a:pt x="24361" y="216341"/>
                </a:lnTo>
                <a:lnTo>
                  <a:pt x="26795" y="230097"/>
                </a:lnTo>
                <a:lnTo>
                  <a:pt x="28393" y="241672"/>
                </a:lnTo>
                <a:lnTo>
                  <a:pt x="29155" y="252185"/>
                </a:lnTo>
                <a:lnTo>
                  <a:pt x="29081" y="262752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507951" y="3972433"/>
            <a:ext cx="87630" cy="65405"/>
          </a:xfrm>
          <a:custGeom>
            <a:avLst/>
            <a:gdLst/>
            <a:ahLst/>
            <a:cxnLst/>
            <a:rect l="l" t="t" r="r" b="b"/>
            <a:pathLst>
              <a:path w="87629" h="65404">
                <a:moveTo>
                  <a:pt x="35602" y="0"/>
                </a:moveTo>
                <a:lnTo>
                  <a:pt x="3942" y="27125"/>
                </a:lnTo>
                <a:lnTo>
                  <a:pt x="0" y="47090"/>
                </a:lnTo>
                <a:lnTo>
                  <a:pt x="4733" y="62116"/>
                </a:lnTo>
                <a:lnTo>
                  <a:pt x="16822" y="64902"/>
                </a:lnTo>
                <a:lnTo>
                  <a:pt x="32648" y="63281"/>
                </a:lnTo>
                <a:lnTo>
                  <a:pt x="30757" y="19534"/>
                </a:lnTo>
                <a:lnTo>
                  <a:pt x="34703" y="57546"/>
                </a:lnTo>
                <a:lnTo>
                  <a:pt x="56938" y="33528"/>
                </a:lnTo>
                <a:lnTo>
                  <a:pt x="56938" y="31369"/>
                </a:lnTo>
                <a:lnTo>
                  <a:pt x="56938" y="28956"/>
                </a:lnTo>
                <a:lnTo>
                  <a:pt x="56938" y="26797"/>
                </a:lnTo>
                <a:lnTo>
                  <a:pt x="56938" y="24384"/>
                </a:lnTo>
                <a:lnTo>
                  <a:pt x="56938" y="21717"/>
                </a:lnTo>
                <a:lnTo>
                  <a:pt x="42312" y="26567"/>
                </a:lnTo>
                <a:lnTo>
                  <a:pt x="36512" y="36332"/>
                </a:lnTo>
                <a:lnTo>
                  <a:pt x="38815" y="52753"/>
                </a:lnTo>
                <a:lnTo>
                  <a:pt x="48189" y="57434"/>
                </a:lnTo>
                <a:lnTo>
                  <a:pt x="63984" y="57576"/>
                </a:lnTo>
                <a:lnTo>
                  <a:pt x="76698" y="57640"/>
                </a:lnTo>
                <a:lnTo>
                  <a:pt x="87540" y="5765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543933" y="4187697"/>
            <a:ext cx="22225" cy="13970"/>
          </a:xfrm>
          <a:custGeom>
            <a:avLst/>
            <a:gdLst/>
            <a:ahLst/>
            <a:cxnLst/>
            <a:rect l="l" t="t" r="r" b="b"/>
            <a:pathLst>
              <a:path w="22225" h="13970">
                <a:moveTo>
                  <a:pt x="0" y="13969"/>
                </a:moveTo>
                <a:lnTo>
                  <a:pt x="6730" y="7874"/>
                </a:lnTo>
                <a:lnTo>
                  <a:pt x="8889" y="6350"/>
                </a:lnTo>
                <a:lnTo>
                  <a:pt x="7365" y="0"/>
                </a:lnTo>
                <a:lnTo>
                  <a:pt x="18922" y="2666"/>
                </a:lnTo>
                <a:lnTo>
                  <a:pt x="18922" y="2412"/>
                </a:lnTo>
                <a:lnTo>
                  <a:pt x="21970" y="1396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563033" y="4208208"/>
            <a:ext cx="19685" cy="0"/>
          </a:xfrm>
          <a:custGeom>
            <a:avLst/>
            <a:gdLst/>
            <a:ahLst/>
            <a:cxnLst/>
            <a:rect l="l" t="t" r="r" b="b"/>
            <a:pathLst>
              <a:path w="19685">
                <a:moveTo>
                  <a:pt x="0" y="0"/>
                </a:moveTo>
                <a:lnTo>
                  <a:pt x="19202" y="0"/>
                </a:lnTo>
              </a:path>
            </a:pathLst>
          </a:custGeom>
          <a:ln w="14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537839" y="4015485"/>
            <a:ext cx="1041400" cy="193040"/>
          </a:xfrm>
          <a:custGeom>
            <a:avLst/>
            <a:gdLst/>
            <a:ahLst/>
            <a:cxnLst/>
            <a:rect l="l" t="t" r="r" b="b"/>
            <a:pathLst>
              <a:path w="1041400" h="193039">
                <a:moveTo>
                  <a:pt x="0" y="0"/>
                </a:moveTo>
                <a:lnTo>
                  <a:pt x="12267" y="3289"/>
                </a:lnTo>
                <a:lnTo>
                  <a:pt x="24307" y="6085"/>
                </a:lnTo>
                <a:lnTo>
                  <a:pt x="37718" y="9611"/>
                </a:lnTo>
                <a:lnTo>
                  <a:pt x="50512" y="12709"/>
                </a:lnTo>
                <a:lnTo>
                  <a:pt x="62760" y="15592"/>
                </a:lnTo>
                <a:lnTo>
                  <a:pt x="74532" y="18474"/>
                </a:lnTo>
                <a:lnTo>
                  <a:pt x="123493" y="28670"/>
                </a:lnTo>
                <a:lnTo>
                  <a:pt x="148459" y="31216"/>
                </a:lnTo>
                <a:lnTo>
                  <a:pt x="160916" y="32651"/>
                </a:lnTo>
                <a:lnTo>
                  <a:pt x="173357" y="34556"/>
                </a:lnTo>
                <a:lnTo>
                  <a:pt x="187132" y="36911"/>
                </a:lnTo>
                <a:lnTo>
                  <a:pt x="200337" y="38329"/>
                </a:lnTo>
                <a:lnTo>
                  <a:pt x="213067" y="39124"/>
                </a:lnTo>
                <a:lnTo>
                  <a:pt x="225413" y="39612"/>
                </a:lnTo>
                <a:lnTo>
                  <a:pt x="237469" y="40107"/>
                </a:lnTo>
                <a:lnTo>
                  <a:pt x="287068" y="47663"/>
                </a:lnTo>
                <a:lnTo>
                  <a:pt x="324507" y="56087"/>
                </a:lnTo>
                <a:lnTo>
                  <a:pt x="336662" y="58807"/>
                </a:lnTo>
                <a:lnTo>
                  <a:pt x="348689" y="61391"/>
                </a:lnTo>
                <a:lnTo>
                  <a:pt x="360612" y="63784"/>
                </a:lnTo>
                <a:lnTo>
                  <a:pt x="373784" y="66245"/>
                </a:lnTo>
                <a:lnTo>
                  <a:pt x="386716" y="68743"/>
                </a:lnTo>
                <a:lnTo>
                  <a:pt x="436026" y="77646"/>
                </a:lnTo>
                <a:lnTo>
                  <a:pt x="450189" y="79628"/>
                </a:lnTo>
                <a:lnTo>
                  <a:pt x="463512" y="81793"/>
                </a:lnTo>
                <a:lnTo>
                  <a:pt x="476162" y="84090"/>
                </a:lnTo>
                <a:lnTo>
                  <a:pt x="488305" y="86469"/>
                </a:lnTo>
                <a:lnTo>
                  <a:pt x="500106" y="88879"/>
                </a:lnTo>
                <a:lnTo>
                  <a:pt x="511732" y="91268"/>
                </a:lnTo>
                <a:lnTo>
                  <a:pt x="526176" y="93932"/>
                </a:lnTo>
                <a:lnTo>
                  <a:pt x="539811" y="96628"/>
                </a:lnTo>
                <a:lnTo>
                  <a:pt x="552631" y="99334"/>
                </a:lnTo>
                <a:lnTo>
                  <a:pt x="564632" y="102024"/>
                </a:lnTo>
                <a:lnTo>
                  <a:pt x="575809" y="104677"/>
                </a:lnTo>
                <a:lnTo>
                  <a:pt x="590038" y="107734"/>
                </a:lnTo>
                <a:lnTo>
                  <a:pt x="603931" y="109632"/>
                </a:lnTo>
                <a:lnTo>
                  <a:pt x="616859" y="111044"/>
                </a:lnTo>
                <a:lnTo>
                  <a:pt x="628192" y="112650"/>
                </a:lnTo>
                <a:lnTo>
                  <a:pt x="642534" y="118428"/>
                </a:lnTo>
                <a:lnTo>
                  <a:pt x="654638" y="124852"/>
                </a:lnTo>
                <a:lnTo>
                  <a:pt x="665219" y="130762"/>
                </a:lnTo>
                <a:lnTo>
                  <a:pt x="674989" y="135000"/>
                </a:lnTo>
                <a:lnTo>
                  <a:pt x="689637" y="137483"/>
                </a:lnTo>
                <a:lnTo>
                  <a:pt x="702096" y="139221"/>
                </a:lnTo>
                <a:lnTo>
                  <a:pt x="713434" y="141177"/>
                </a:lnTo>
                <a:lnTo>
                  <a:pt x="728495" y="144695"/>
                </a:lnTo>
                <a:lnTo>
                  <a:pt x="740984" y="146726"/>
                </a:lnTo>
                <a:lnTo>
                  <a:pt x="752154" y="148246"/>
                </a:lnTo>
                <a:lnTo>
                  <a:pt x="763260" y="150233"/>
                </a:lnTo>
                <a:lnTo>
                  <a:pt x="776360" y="153197"/>
                </a:lnTo>
                <a:lnTo>
                  <a:pt x="787909" y="155579"/>
                </a:lnTo>
                <a:lnTo>
                  <a:pt x="800100" y="157114"/>
                </a:lnTo>
                <a:lnTo>
                  <a:pt x="816412" y="158923"/>
                </a:lnTo>
                <a:lnTo>
                  <a:pt x="828210" y="161724"/>
                </a:lnTo>
                <a:lnTo>
                  <a:pt x="838365" y="164213"/>
                </a:lnTo>
                <a:lnTo>
                  <a:pt x="852407" y="165794"/>
                </a:lnTo>
                <a:lnTo>
                  <a:pt x="866111" y="167481"/>
                </a:lnTo>
                <a:lnTo>
                  <a:pt x="879064" y="169123"/>
                </a:lnTo>
                <a:lnTo>
                  <a:pt x="890854" y="170571"/>
                </a:lnTo>
                <a:lnTo>
                  <a:pt x="908004" y="172546"/>
                </a:lnTo>
                <a:lnTo>
                  <a:pt x="920855" y="174197"/>
                </a:lnTo>
                <a:lnTo>
                  <a:pt x="931317" y="175995"/>
                </a:lnTo>
                <a:lnTo>
                  <a:pt x="941302" y="178415"/>
                </a:lnTo>
                <a:lnTo>
                  <a:pt x="953916" y="182358"/>
                </a:lnTo>
                <a:lnTo>
                  <a:pt x="965370" y="185157"/>
                </a:lnTo>
                <a:lnTo>
                  <a:pt x="979849" y="186961"/>
                </a:lnTo>
                <a:lnTo>
                  <a:pt x="993395" y="188057"/>
                </a:lnTo>
                <a:lnTo>
                  <a:pt x="1006143" y="188811"/>
                </a:lnTo>
                <a:lnTo>
                  <a:pt x="1018226" y="189588"/>
                </a:lnTo>
                <a:lnTo>
                  <a:pt x="1029777" y="190755"/>
                </a:lnTo>
                <a:lnTo>
                  <a:pt x="1040931" y="192677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566168" y="5545835"/>
            <a:ext cx="62230" cy="50800"/>
          </a:xfrm>
          <a:custGeom>
            <a:avLst/>
            <a:gdLst/>
            <a:ahLst/>
            <a:cxnLst/>
            <a:rect l="l" t="t" r="r" b="b"/>
            <a:pathLst>
              <a:path w="62229" h="50800">
                <a:moveTo>
                  <a:pt x="27677" y="13969"/>
                </a:moveTo>
                <a:lnTo>
                  <a:pt x="27677" y="11556"/>
                </a:lnTo>
                <a:lnTo>
                  <a:pt x="27677" y="9143"/>
                </a:lnTo>
                <a:lnTo>
                  <a:pt x="27677" y="6730"/>
                </a:lnTo>
                <a:lnTo>
                  <a:pt x="18533" y="6730"/>
                </a:lnTo>
                <a:lnTo>
                  <a:pt x="8246" y="8889"/>
                </a:lnTo>
                <a:lnTo>
                  <a:pt x="5833" y="13969"/>
                </a:lnTo>
                <a:lnTo>
                  <a:pt x="427" y="21434"/>
                </a:lnTo>
                <a:lnTo>
                  <a:pt x="0" y="27385"/>
                </a:lnTo>
                <a:lnTo>
                  <a:pt x="9325" y="37971"/>
                </a:lnTo>
                <a:lnTo>
                  <a:pt x="18510" y="46261"/>
                </a:lnTo>
                <a:lnTo>
                  <a:pt x="27566" y="50189"/>
                </a:lnTo>
                <a:lnTo>
                  <a:pt x="42334" y="41258"/>
                </a:lnTo>
                <a:lnTo>
                  <a:pt x="48334" y="31267"/>
                </a:lnTo>
                <a:lnTo>
                  <a:pt x="48495" y="11917"/>
                </a:lnTo>
                <a:lnTo>
                  <a:pt x="43995" y="2616"/>
                </a:lnTo>
                <a:lnTo>
                  <a:pt x="27677" y="0"/>
                </a:lnTo>
                <a:lnTo>
                  <a:pt x="25264" y="0"/>
                </a:lnTo>
                <a:lnTo>
                  <a:pt x="20438" y="0"/>
                </a:lnTo>
                <a:lnTo>
                  <a:pt x="19841" y="12485"/>
                </a:lnTo>
                <a:lnTo>
                  <a:pt x="23042" y="23882"/>
                </a:lnTo>
                <a:lnTo>
                  <a:pt x="37994" y="30848"/>
                </a:lnTo>
                <a:lnTo>
                  <a:pt x="44495" y="30365"/>
                </a:lnTo>
                <a:lnTo>
                  <a:pt x="54633" y="24594"/>
                </a:lnTo>
                <a:lnTo>
                  <a:pt x="59433" y="19651"/>
                </a:lnTo>
                <a:lnTo>
                  <a:pt x="56499" y="7276"/>
                </a:lnTo>
                <a:lnTo>
                  <a:pt x="44962" y="6674"/>
                </a:lnTo>
                <a:lnTo>
                  <a:pt x="39615" y="6730"/>
                </a:lnTo>
                <a:lnTo>
                  <a:pt x="37202" y="6730"/>
                </a:lnTo>
                <a:lnTo>
                  <a:pt x="34789" y="6730"/>
                </a:lnTo>
                <a:lnTo>
                  <a:pt x="33846" y="20791"/>
                </a:lnTo>
                <a:lnTo>
                  <a:pt x="36105" y="31892"/>
                </a:lnTo>
                <a:lnTo>
                  <a:pt x="50929" y="34524"/>
                </a:lnTo>
                <a:lnTo>
                  <a:pt x="61907" y="34808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650615" y="5545835"/>
            <a:ext cx="979805" cy="307975"/>
          </a:xfrm>
          <a:custGeom>
            <a:avLst/>
            <a:gdLst/>
            <a:ahLst/>
            <a:cxnLst/>
            <a:rect l="l" t="t" r="r" b="b"/>
            <a:pathLst>
              <a:path w="979804" h="307975">
                <a:moveTo>
                  <a:pt x="0" y="0"/>
                </a:moveTo>
                <a:lnTo>
                  <a:pt x="9877" y="5677"/>
                </a:lnTo>
                <a:lnTo>
                  <a:pt x="21191" y="13673"/>
                </a:lnTo>
                <a:lnTo>
                  <a:pt x="31325" y="21219"/>
                </a:lnTo>
                <a:lnTo>
                  <a:pt x="41724" y="29001"/>
                </a:lnTo>
                <a:lnTo>
                  <a:pt x="52215" y="36696"/>
                </a:lnTo>
                <a:lnTo>
                  <a:pt x="87989" y="58596"/>
                </a:lnTo>
                <a:lnTo>
                  <a:pt x="132038" y="77162"/>
                </a:lnTo>
                <a:lnTo>
                  <a:pt x="144121" y="82014"/>
                </a:lnTo>
                <a:lnTo>
                  <a:pt x="156340" y="87162"/>
                </a:lnTo>
                <a:lnTo>
                  <a:pt x="168580" y="92324"/>
                </a:lnTo>
                <a:lnTo>
                  <a:pt x="180726" y="97216"/>
                </a:lnTo>
                <a:lnTo>
                  <a:pt x="219175" y="107769"/>
                </a:lnTo>
                <a:lnTo>
                  <a:pt x="245923" y="112470"/>
                </a:lnTo>
                <a:lnTo>
                  <a:pt x="258108" y="114607"/>
                </a:lnTo>
                <a:lnTo>
                  <a:pt x="304269" y="123666"/>
                </a:lnTo>
                <a:lnTo>
                  <a:pt x="342301" y="133085"/>
                </a:lnTo>
                <a:lnTo>
                  <a:pt x="379308" y="146990"/>
                </a:lnTo>
                <a:lnTo>
                  <a:pt x="401118" y="160542"/>
                </a:lnTo>
                <a:lnTo>
                  <a:pt x="411162" y="166677"/>
                </a:lnTo>
                <a:lnTo>
                  <a:pt x="421632" y="171552"/>
                </a:lnTo>
                <a:lnTo>
                  <a:pt x="432960" y="175334"/>
                </a:lnTo>
                <a:lnTo>
                  <a:pt x="445636" y="178512"/>
                </a:lnTo>
                <a:lnTo>
                  <a:pt x="458745" y="181345"/>
                </a:lnTo>
                <a:lnTo>
                  <a:pt x="471374" y="184092"/>
                </a:lnTo>
                <a:lnTo>
                  <a:pt x="486273" y="187342"/>
                </a:lnTo>
                <a:lnTo>
                  <a:pt x="498449" y="189661"/>
                </a:lnTo>
                <a:lnTo>
                  <a:pt x="509393" y="191798"/>
                </a:lnTo>
                <a:lnTo>
                  <a:pt x="523701" y="194828"/>
                </a:lnTo>
                <a:lnTo>
                  <a:pt x="535978" y="196664"/>
                </a:lnTo>
                <a:lnTo>
                  <a:pt x="547443" y="198271"/>
                </a:lnTo>
                <a:lnTo>
                  <a:pt x="563387" y="201362"/>
                </a:lnTo>
                <a:lnTo>
                  <a:pt x="576239" y="203730"/>
                </a:lnTo>
                <a:lnTo>
                  <a:pt x="586899" y="205793"/>
                </a:lnTo>
                <a:lnTo>
                  <a:pt x="601699" y="209086"/>
                </a:lnTo>
                <a:lnTo>
                  <a:pt x="613866" y="210984"/>
                </a:lnTo>
                <a:lnTo>
                  <a:pt x="624999" y="212499"/>
                </a:lnTo>
                <a:lnTo>
                  <a:pt x="640809" y="216316"/>
                </a:lnTo>
                <a:lnTo>
                  <a:pt x="653743" y="220244"/>
                </a:lnTo>
                <a:lnTo>
                  <a:pt x="664737" y="224010"/>
                </a:lnTo>
                <a:lnTo>
                  <a:pt x="674727" y="227339"/>
                </a:lnTo>
                <a:lnTo>
                  <a:pt x="688732" y="231962"/>
                </a:lnTo>
                <a:lnTo>
                  <a:pt x="700014" y="236569"/>
                </a:lnTo>
                <a:lnTo>
                  <a:pt x="710529" y="241168"/>
                </a:lnTo>
                <a:lnTo>
                  <a:pt x="723864" y="245328"/>
                </a:lnTo>
                <a:lnTo>
                  <a:pt x="736249" y="247274"/>
                </a:lnTo>
                <a:lnTo>
                  <a:pt x="747519" y="249276"/>
                </a:lnTo>
                <a:lnTo>
                  <a:pt x="760850" y="252816"/>
                </a:lnTo>
                <a:lnTo>
                  <a:pt x="772023" y="254764"/>
                </a:lnTo>
                <a:lnTo>
                  <a:pt x="784255" y="257060"/>
                </a:lnTo>
                <a:lnTo>
                  <a:pt x="796603" y="259603"/>
                </a:lnTo>
                <a:lnTo>
                  <a:pt x="809418" y="262063"/>
                </a:lnTo>
                <a:lnTo>
                  <a:pt x="821657" y="264480"/>
                </a:lnTo>
                <a:lnTo>
                  <a:pt x="833451" y="269036"/>
                </a:lnTo>
                <a:lnTo>
                  <a:pt x="845088" y="274921"/>
                </a:lnTo>
                <a:lnTo>
                  <a:pt x="857003" y="278807"/>
                </a:lnTo>
                <a:lnTo>
                  <a:pt x="867156" y="280416"/>
                </a:lnTo>
                <a:lnTo>
                  <a:pt x="869823" y="284378"/>
                </a:lnTo>
                <a:lnTo>
                  <a:pt x="879348" y="285902"/>
                </a:lnTo>
                <a:lnTo>
                  <a:pt x="894623" y="289048"/>
                </a:lnTo>
                <a:lnTo>
                  <a:pt x="905377" y="292331"/>
                </a:lnTo>
                <a:lnTo>
                  <a:pt x="918356" y="296407"/>
                </a:lnTo>
                <a:lnTo>
                  <a:pt x="930870" y="299250"/>
                </a:lnTo>
                <a:lnTo>
                  <a:pt x="946274" y="302448"/>
                </a:lnTo>
                <a:lnTo>
                  <a:pt x="957966" y="305751"/>
                </a:lnTo>
                <a:lnTo>
                  <a:pt x="972312" y="307543"/>
                </a:lnTo>
                <a:lnTo>
                  <a:pt x="974725" y="307543"/>
                </a:lnTo>
                <a:lnTo>
                  <a:pt x="979297" y="307543"/>
                </a:lnTo>
                <a:lnTo>
                  <a:pt x="977513" y="295054"/>
                </a:lnTo>
                <a:lnTo>
                  <a:pt x="975880" y="283694"/>
                </a:lnTo>
                <a:lnTo>
                  <a:pt x="973643" y="27101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586351" y="4208653"/>
            <a:ext cx="71120" cy="1657985"/>
          </a:xfrm>
          <a:custGeom>
            <a:avLst/>
            <a:gdLst/>
            <a:ahLst/>
            <a:cxnLst/>
            <a:rect l="l" t="t" r="r" b="b"/>
            <a:pathLst>
              <a:path w="71120" h="1657985">
                <a:moveTo>
                  <a:pt x="0" y="0"/>
                </a:moveTo>
                <a:lnTo>
                  <a:pt x="1524" y="12759"/>
                </a:lnTo>
                <a:lnTo>
                  <a:pt x="2530" y="25427"/>
                </a:lnTo>
                <a:lnTo>
                  <a:pt x="3545" y="37984"/>
                </a:lnTo>
                <a:lnTo>
                  <a:pt x="5333" y="51525"/>
                </a:lnTo>
                <a:lnTo>
                  <a:pt x="7122" y="64541"/>
                </a:lnTo>
                <a:lnTo>
                  <a:pt x="8818" y="77163"/>
                </a:lnTo>
                <a:lnTo>
                  <a:pt x="10330" y="89525"/>
                </a:lnTo>
                <a:lnTo>
                  <a:pt x="11565" y="101761"/>
                </a:lnTo>
                <a:lnTo>
                  <a:pt x="12430" y="114004"/>
                </a:lnTo>
                <a:lnTo>
                  <a:pt x="12655" y="128381"/>
                </a:lnTo>
                <a:lnTo>
                  <a:pt x="12912" y="142352"/>
                </a:lnTo>
                <a:lnTo>
                  <a:pt x="13834" y="182171"/>
                </a:lnTo>
                <a:lnTo>
                  <a:pt x="15279" y="231669"/>
                </a:lnTo>
                <a:lnTo>
                  <a:pt x="16026" y="255498"/>
                </a:lnTo>
                <a:lnTo>
                  <a:pt x="16393" y="267303"/>
                </a:lnTo>
                <a:lnTo>
                  <a:pt x="16750" y="279082"/>
                </a:lnTo>
                <a:lnTo>
                  <a:pt x="17166" y="291913"/>
                </a:lnTo>
                <a:lnTo>
                  <a:pt x="17463" y="304689"/>
                </a:lnTo>
                <a:lnTo>
                  <a:pt x="17687" y="317417"/>
                </a:lnTo>
                <a:lnTo>
                  <a:pt x="17885" y="330107"/>
                </a:lnTo>
                <a:lnTo>
                  <a:pt x="18101" y="342766"/>
                </a:lnTo>
                <a:lnTo>
                  <a:pt x="20074" y="393282"/>
                </a:lnTo>
                <a:lnTo>
                  <a:pt x="21074" y="407038"/>
                </a:lnTo>
                <a:lnTo>
                  <a:pt x="21893" y="420321"/>
                </a:lnTo>
                <a:lnTo>
                  <a:pt x="22579" y="433211"/>
                </a:lnTo>
                <a:lnTo>
                  <a:pt x="23176" y="445785"/>
                </a:lnTo>
                <a:lnTo>
                  <a:pt x="23730" y="458120"/>
                </a:lnTo>
                <a:lnTo>
                  <a:pt x="24287" y="470296"/>
                </a:lnTo>
                <a:lnTo>
                  <a:pt x="27674" y="509783"/>
                </a:lnTo>
                <a:lnTo>
                  <a:pt x="33852" y="547328"/>
                </a:lnTo>
                <a:lnTo>
                  <a:pt x="35754" y="559275"/>
                </a:lnTo>
                <a:lnTo>
                  <a:pt x="38964" y="598998"/>
                </a:lnTo>
                <a:lnTo>
                  <a:pt x="40488" y="637736"/>
                </a:lnTo>
                <a:lnTo>
                  <a:pt x="41168" y="662103"/>
                </a:lnTo>
                <a:lnTo>
                  <a:pt x="41490" y="674009"/>
                </a:lnTo>
                <a:lnTo>
                  <a:pt x="43584" y="738594"/>
                </a:lnTo>
                <a:lnTo>
                  <a:pt x="45865" y="798591"/>
                </a:lnTo>
                <a:lnTo>
                  <a:pt x="48556" y="864459"/>
                </a:lnTo>
                <a:lnTo>
                  <a:pt x="51535" y="934868"/>
                </a:lnTo>
                <a:lnTo>
                  <a:pt x="54678" y="1008486"/>
                </a:lnTo>
                <a:lnTo>
                  <a:pt x="57864" y="1083981"/>
                </a:lnTo>
                <a:lnTo>
                  <a:pt x="60969" y="1160024"/>
                </a:lnTo>
                <a:lnTo>
                  <a:pt x="63870" y="1235281"/>
                </a:lnTo>
                <a:lnTo>
                  <a:pt x="66445" y="1308423"/>
                </a:lnTo>
                <a:lnTo>
                  <a:pt x="68570" y="1378118"/>
                </a:lnTo>
                <a:lnTo>
                  <a:pt x="70124" y="1443034"/>
                </a:lnTo>
                <a:lnTo>
                  <a:pt x="70983" y="1501841"/>
                </a:lnTo>
                <a:lnTo>
                  <a:pt x="71024" y="1553207"/>
                </a:lnTo>
                <a:lnTo>
                  <a:pt x="70124" y="1595801"/>
                </a:lnTo>
                <a:lnTo>
                  <a:pt x="68162" y="1628292"/>
                </a:lnTo>
                <a:lnTo>
                  <a:pt x="65013" y="1649349"/>
                </a:lnTo>
                <a:lnTo>
                  <a:pt x="60555" y="1657639"/>
                </a:lnTo>
                <a:lnTo>
                  <a:pt x="54665" y="1651833"/>
                </a:lnTo>
                <a:lnTo>
                  <a:pt x="47221" y="1630599"/>
                </a:lnTo>
                <a:lnTo>
                  <a:pt x="38100" y="1592605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245153" y="4880331"/>
            <a:ext cx="114935" cy="163830"/>
          </a:xfrm>
          <a:custGeom>
            <a:avLst/>
            <a:gdLst/>
            <a:ahLst/>
            <a:cxnLst/>
            <a:rect l="l" t="t" r="r" b="b"/>
            <a:pathLst>
              <a:path w="114935" h="163829">
                <a:moveTo>
                  <a:pt x="77801" y="21106"/>
                </a:moveTo>
                <a:lnTo>
                  <a:pt x="71472" y="31088"/>
                </a:lnTo>
                <a:lnTo>
                  <a:pt x="70815" y="42498"/>
                </a:lnTo>
                <a:lnTo>
                  <a:pt x="55830" y="42823"/>
                </a:lnTo>
                <a:lnTo>
                  <a:pt x="55195" y="38505"/>
                </a:lnTo>
                <a:lnTo>
                  <a:pt x="49099" y="35838"/>
                </a:lnTo>
                <a:lnTo>
                  <a:pt x="38093" y="30121"/>
                </a:lnTo>
                <a:lnTo>
                  <a:pt x="26902" y="23710"/>
                </a:lnTo>
                <a:lnTo>
                  <a:pt x="16369" y="16257"/>
                </a:lnTo>
                <a:lnTo>
                  <a:pt x="8066" y="7367"/>
                </a:lnTo>
                <a:lnTo>
                  <a:pt x="5550" y="3036"/>
                </a:lnTo>
                <a:lnTo>
                  <a:pt x="0" y="0"/>
                </a:lnTo>
                <a:lnTo>
                  <a:pt x="9338" y="8593"/>
                </a:lnTo>
                <a:lnTo>
                  <a:pt x="19171" y="15815"/>
                </a:lnTo>
                <a:lnTo>
                  <a:pt x="29928" y="22270"/>
                </a:lnTo>
                <a:lnTo>
                  <a:pt x="45075" y="30337"/>
                </a:lnTo>
                <a:lnTo>
                  <a:pt x="57375" y="37659"/>
                </a:lnTo>
                <a:lnTo>
                  <a:pt x="97159" y="69444"/>
                </a:lnTo>
                <a:lnTo>
                  <a:pt x="106153" y="78204"/>
                </a:lnTo>
                <a:lnTo>
                  <a:pt x="114530" y="84129"/>
                </a:lnTo>
                <a:lnTo>
                  <a:pt x="106979" y="93818"/>
                </a:lnTo>
                <a:lnTo>
                  <a:pt x="95116" y="99785"/>
                </a:lnTo>
                <a:lnTo>
                  <a:pt x="82887" y="105953"/>
                </a:lnTo>
                <a:lnTo>
                  <a:pt x="71742" y="112908"/>
                </a:lnTo>
                <a:lnTo>
                  <a:pt x="61171" y="119837"/>
                </a:lnTo>
                <a:lnTo>
                  <a:pt x="50665" y="125930"/>
                </a:lnTo>
                <a:lnTo>
                  <a:pt x="10745" y="156474"/>
                </a:lnTo>
                <a:lnTo>
                  <a:pt x="6906" y="163565"/>
                </a:lnTo>
                <a:lnTo>
                  <a:pt x="5828" y="16188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165982" y="4930140"/>
            <a:ext cx="157480" cy="50800"/>
          </a:xfrm>
          <a:custGeom>
            <a:avLst/>
            <a:gdLst/>
            <a:ahLst/>
            <a:cxnLst/>
            <a:rect l="l" t="t" r="r" b="b"/>
            <a:pathLst>
              <a:path w="157479" h="50800">
                <a:moveTo>
                  <a:pt x="0" y="50292"/>
                </a:moveTo>
                <a:lnTo>
                  <a:pt x="1321" y="35776"/>
                </a:lnTo>
                <a:lnTo>
                  <a:pt x="12335" y="28932"/>
                </a:lnTo>
                <a:lnTo>
                  <a:pt x="19605" y="28531"/>
                </a:lnTo>
                <a:lnTo>
                  <a:pt x="30472" y="28449"/>
                </a:lnTo>
                <a:lnTo>
                  <a:pt x="44116" y="28580"/>
                </a:lnTo>
                <a:lnTo>
                  <a:pt x="59721" y="28816"/>
                </a:lnTo>
                <a:lnTo>
                  <a:pt x="76468" y="29050"/>
                </a:lnTo>
                <a:lnTo>
                  <a:pt x="93540" y="29175"/>
                </a:lnTo>
                <a:lnTo>
                  <a:pt x="110118" y="29082"/>
                </a:lnTo>
                <a:lnTo>
                  <a:pt x="125384" y="28666"/>
                </a:lnTo>
                <a:lnTo>
                  <a:pt x="138521" y="27818"/>
                </a:lnTo>
                <a:lnTo>
                  <a:pt x="148711" y="26431"/>
                </a:lnTo>
                <a:lnTo>
                  <a:pt x="155135" y="24399"/>
                </a:lnTo>
                <a:lnTo>
                  <a:pt x="156977" y="21612"/>
                </a:lnTo>
                <a:lnTo>
                  <a:pt x="154813" y="14351"/>
                </a:lnTo>
                <a:lnTo>
                  <a:pt x="152400" y="6985"/>
                </a:lnTo>
                <a:lnTo>
                  <a:pt x="149987" y="0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652857" y="4181221"/>
            <a:ext cx="241935" cy="261620"/>
          </a:xfrm>
          <a:custGeom>
            <a:avLst/>
            <a:gdLst/>
            <a:ahLst/>
            <a:cxnLst/>
            <a:rect l="l" t="t" r="r" b="b"/>
            <a:pathLst>
              <a:path w="241935" h="261620">
                <a:moveTo>
                  <a:pt x="241851" y="0"/>
                </a:moveTo>
                <a:lnTo>
                  <a:pt x="234035" y="9855"/>
                </a:lnTo>
                <a:lnTo>
                  <a:pt x="226275" y="19844"/>
                </a:lnTo>
                <a:lnTo>
                  <a:pt x="218510" y="29896"/>
                </a:lnTo>
                <a:lnTo>
                  <a:pt x="210681" y="39940"/>
                </a:lnTo>
                <a:lnTo>
                  <a:pt x="186191" y="69314"/>
                </a:lnTo>
                <a:lnTo>
                  <a:pt x="159604" y="97731"/>
                </a:lnTo>
                <a:lnTo>
                  <a:pt x="133036" y="125496"/>
                </a:lnTo>
                <a:lnTo>
                  <a:pt x="106606" y="152829"/>
                </a:lnTo>
                <a:lnTo>
                  <a:pt x="97847" y="161881"/>
                </a:lnTo>
                <a:lnTo>
                  <a:pt x="63186" y="198014"/>
                </a:lnTo>
                <a:lnTo>
                  <a:pt x="52732" y="209086"/>
                </a:lnTo>
                <a:lnTo>
                  <a:pt x="42890" y="219204"/>
                </a:lnTo>
                <a:lnTo>
                  <a:pt x="33577" y="228531"/>
                </a:lnTo>
                <a:lnTo>
                  <a:pt x="24713" y="237229"/>
                </a:lnTo>
                <a:lnTo>
                  <a:pt x="16216" y="245463"/>
                </a:lnTo>
                <a:lnTo>
                  <a:pt x="8006" y="253396"/>
                </a:lnTo>
                <a:lnTo>
                  <a:pt x="0" y="26119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716401" y="4272660"/>
            <a:ext cx="342900" cy="357505"/>
          </a:xfrm>
          <a:custGeom>
            <a:avLst/>
            <a:gdLst/>
            <a:ahLst/>
            <a:cxnLst/>
            <a:rect l="l" t="t" r="r" b="b"/>
            <a:pathLst>
              <a:path w="342900" h="357504">
                <a:moveTo>
                  <a:pt x="342646" y="0"/>
                </a:moveTo>
                <a:lnTo>
                  <a:pt x="316210" y="27463"/>
                </a:lnTo>
                <a:lnTo>
                  <a:pt x="290291" y="55542"/>
                </a:lnTo>
                <a:lnTo>
                  <a:pt x="281697" y="64949"/>
                </a:lnTo>
                <a:lnTo>
                  <a:pt x="273102" y="74347"/>
                </a:lnTo>
                <a:lnTo>
                  <a:pt x="247161" y="102297"/>
                </a:lnTo>
                <a:lnTo>
                  <a:pt x="208698" y="141186"/>
                </a:lnTo>
                <a:lnTo>
                  <a:pt x="196900" y="152866"/>
                </a:lnTo>
                <a:lnTo>
                  <a:pt x="162444" y="187716"/>
                </a:lnTo>
                <a:lnTo>
                  <a:pt x="129120" y="222264"/>
                </a:lnTo>
                <a:lnTo>
                  <a:pt x="96570" y="256488"/>
                </a:lnTo>
                <a:lnTo>
                  <a:pt x="85830" y="267820"/>
                </a:lnTo>
                <a:lnTo>
                  <a:pt x="75123" y="279113"/>
                </a:lnTo>
                <a:lnTo>
                  <a:pt x="43071" y="312748"/>
                </a:lnTo>
                <a:lnTo>
                  <a:pt x="10843" y="346001"/>
                </a:lnTo>
                <a:lnTo>
                  <a:pt x="0" y="356996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783354" y="4358385"/>
            <a:ext cx="488950" cy="565150"/>
          </a:xfrm>
          <a:custGeom>
            <a:avLst/>
            <a:gdLst/>
            <a:ahLst/>
            <a:cxnLst/>
            <a:rect l="l" t="t" r="r" b="b"/>
            <a:pathLst>
              <a:path w="488950" h="565150">
                <a:moveTo>
                  <a:pt x="488417" y="0"/>
                </a:moveTo>
                <a:lnTo>
                  <a:pt x="455960" y="38810"/>
                </a:lnTo>
                <a:lnTo>
                  <a:pt x="430263" y="66980"/>
                </a:lnTo>
                <a:lnTo>
                  <a:pt x="404003" y="94750"/>
                </a:lnTo>
                <a:lnTo>
                  <a:pt x="395217" y="103980"/>
                </a:lnTo>
                <a:lnTo>
                  <a:pt x="386448" y="113221"/>
                </a:lnTo>
                <a:lnTo>
                  <a:pt x="360443" y="141132"/>
                </a:lnTo>
                <a:lnTo>
                  <a:pt x="332896" y="171784"/>
                </a:lnTo>
                <a:lnTo>
                  <a:pt x="305873" y="202003"/>
                </a:lnTo>
                <a:lnTo>
                  <a:pt x="279325" y="231851"/>
                </a:lnTo>
                <a:lnTo>
                  <a:pt x="253201" y="261388"/>
                </a:lnTo>
                <a:lnTo>
                  <a:pt x="227453" y="290675"/>
                </a:lnTo>
                <a:lnTo>
                  <a:pt x="202029" y="319773"/>
                </a:lnTo>
                <a:lnTo>
                  <a:pt x="176881" y="348741"/>
                </a:lnTo>
                <a:lnTo>
                  <a:pt x="151958" y="377642"/>
                </a:lnTo>
                <a:lnTo>
                  <a:pt x="114889" y="420998"/>
                </a:lnTo>
                <a:lnTo>
                  <a:pt x="86023" y="455203"/>
                </a:lnTo>
                <a:lnTo>
                  <a:pt x="61882" y="484755"/>
                </a:lnTo>
                <a:lnTo>
                  <a:pt x="30650" y="524412"/>
                </a:lnTo>
                <a:lnTo>
                  <a:pt x="7638" y="554597"/>
                </a:lnTo>
                <a:lnTo>
                  <a:pt x="0" y="564782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879562" y="4631182"/>
            <a:ext cx="544830" cy="585470"/>
          </a:xfrm>
          <a:custGeom>
            <a:avLst/>
            <a:gdLst/>
            <a:ahLst/>
            <a:cxnLst/>
            <a:rect l="l" t="t" r="r" b="b"/>
            <a:pathLst>
              <a:path w="544829" h="585470">
                <a:moveTo>
                  <a:pt x="544356" y="0"/>
                </a:moveTo>
                <a:lnTo>
                  <a:pt x="515239" y="24643"/>
                </a:lnTo>
                <a:lnTo>
                  <a:pt x="487068" y="50318"/>
                </a:lnTo>
                <a:lnTo>
                  <a:pt x="459608" y="76759"/>
                </a:lnTo>
                <a:lnTo>
                  <a:pt x="432627" y="103702"/>
                </a:lnTo>
                <a:lnTo>
                  <a:pt x="405890" y="130882"/>
                </a:lnTo>
                <a:lnTo>
                  <a:pt x="396992" y="139949"/>
                </a:lnTo>
                <a:lnTo>
                  <a:pt x="364169" y="172933"/>
                </a:lnTo>
                <a:lnTo>
                  <a:pt x="334217" y="202378"/>
                </a:lnTo>
                <a:lnTo>
                  <a:pt x="304397" y="231451"/>
                </a:lnTo>
                <a:lnTo>
                  <a:pt x="289565" y="245885"/>
                </a:lnTo>
                <a:lnTo>
                  <a:pt x="274799" y="260272"/>
                </a:lnTo>
                <a:lnTo>
                  <a:pt x="245515" y="288963"/>
                </a:lnTo>
                <a:lnTo>
                  <a:pt x="216636" y="317644"/>
                </a:lnTo>
                <a:lnTo>
                  <a:pt x="188254" y="346437"/>
                </a:lnTo>
                <a:lnTo>
                  <a:pt x="160459" y="375462"/>
                </a:lnTo>
                <a:lnTo>
                  <a:pt x="133343" y="404840"/>
                </a:lnTo>
                <a:lnTo>
                  <a:pt x="106997" y="434692"/>
                </a:lnTo>
                <a:lnTo>
                  <a:pt x="94141" y="449834"/>
                </a:lnTo>
                <a:lnTo>
                  <a:pt x="89980" y="454519"/>
                </a:lnTo>
                <a:lnTo>
                  <a:pt x="83918" y="460957"/>
                </a:lnTo>
                <a:lnTo>
                  <a:pt x="76331" y="468898"/>
                </a:lnTo>
                <a:lnTo>
                  <a:pt x="67599" y="478091"/>
                </a:lnTo>
                <a:lnTo>
                  <a:pt x="38321" y="510690"/>
                </a:lnTo>
                <a:lnTo>
                  <a:pt x="12378" y="545566"/>
                </a:lnTo>
                <a:lnTo>
                  <a:pt x="0" y="575971"/>
                </a:lnTo>
                <a:lnTo>
                  <a:pt x="656" y="583946"/>
                </a:lnTo>
                <a:lnTo>
                  <a:pt x="13552" y="585188"/>
                </a:lnTo>
                <a:lnTo>
                  <a:pt x="26060" y="585465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098029" y="4945379"/>
            <a:ext cx="416559" cy="443865"/>
          </a:xfrm>
          <a:custGeom>
            <a:avLst/>
            <a:gdLst/>
            <a:ahLst/>
            <a:cxnLst/>
            <a:rect l="l" t="t" r="r" b="b"/>
            <a:pathLst>
              <a:path w="416560" h="443864">
                <a:moveTo>
                  <a:pt x="416312" y="0"/>
                </a:moveTo>
                <a:lnTo>
                  <a:pt x="389613" y="27254"/>
                </a:lnTo>
                <a:lnTo>
                  <a:pt x="363054" y="54532"/>
                </a:lnTo>
                <a:lnTo>
                  <a:pt x="354205" y="63617"/>
                </a:lnTo>
                <a:lnTo>
                  <a:pt x="318668" y="99842"/>
                </a:lnTo>
                <a:lnTo>
                  <a:pt x="291705" y="126812"/>
                </a:lnTo>
                <a:lnTo>
                  <a:pt x="280108" y="138326"/>
                </a:lnTo>
                <a:lnTo>
                  <a:pt x="268621" y="149836"/>
                </a:lnTo>
                <a:lnTo>
                  <a:pt x="234759" y="184344"/>
                </a:lnTo>
                <a:lnTo>
                  <a:pt x="201654" y="218807"/>
                </a:lnTo>
                <a:lnTo>
                  <a:pt x="169124" y="253214"/>
                </a:lnTo>
                <a:lnTo>
                  <a:pt x="136986" y="287553"/>
                </a:lnTo>
                <a:lnTo>
                  <a:pt x="105058" y="321812"/>
                </a:lnTo>
                <a:lnTo>
                  <a:pt x="94430" y="333213"/>
                </a:lnTo>
                <a:lnTo>
                  <a:pt x="83799" y="344602"/>
                </a:lnTo>
                <a:lnTo>
                  <a:pt x="73158" y="355981"/>
                </a:lnTo>
                <a:lnTo>
                  <a:pt x="64194" y="365774"/>
                </a:lnTo>
                <a:lnTo>
                  <a:pt x="39350" y="394687"/>
                </a:lnTo>
                <a:lnTo>
                  <a:pt x="8034" y="433498"/>
                </a:lnTo>
                <a:lnTo>
                  <a:pt x="0" y="443489"/>
                </a:lnTo>
                <a:lnTo>
                  <a:pt x="40011" y="427479"/>
                </a:lnTo>
                <a:lnTo>
                  <a:pt x="76417" y="406307"/>
                </a:lnTo>
                <a:lnTo>
                  <a:pt x="112345" y="382988"/>
                </a:lnTo>
                <a:lnTo>
                  <a:pt x="123806" y="375402"/>
                </a:lnTo>
                <a:lnTo>
                  <a:pt x="156662" y="353737"/>
                </a:lnTo>
                <a:lnTo>
                  <a:pt x="197958" y="326613"/>
                </a:lnTo>
                <a:lnTo>
                  <a:pt x="208020" y="320007"/>
                </a:lnTo>
                <a:lnTo>
                  <a:pt x="218034" y="313428"/>
                </a:lnTo>
                <a:lnTo>
                  <a:pt x="228027" y="306855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210856" y="5266690"/>
            <a:ext cx="240665" cy="228600"/>
          </a:xfrm>
          <a:custGeom>
            <a:avLst/>
            <a:gdLst/>
            <a:ahLst/>
            <a:cxnLst/>
            <a:rect l="l" t="t" r="r" b="b"/>
            <a:pathLst>
              <a:path w="240664" h="228600">
                <a:moveTo>
                  <a:pt x="240493" y="0"/>
                </a:moveTo>
                <a:lnTo>
                  <a:pt x="210956" y="24189"/>
                </a:lnTo>
                <a:lnTo>
                  <a:pt x="172637" y="57517"/>
                </a:lnTo>
                <a:lnTo>
                  <a:pt x="135278" y="91883"/>
                </a:lnTo>
                <a:lnTo>
                  <a:pt x="107719" y="118216"/>
                </a:lnTo>
                <a:lnTo>
                  <a:pt x="98598" y="127082"/>
                </a:lnTo>
                <a:lnTo>
                  <a:pt x="88629" y="136540"/>
                </a:lnTo>
                <a:lnTo>
                  <a:pt x="78300" y="145785"/>
                </a:lnTo>
                <a:lnTo>
                  <a:pt x="67796" y="154873"/>
                </a:lnTo>
                <a:lnTo>
                  <a:pt x="57306" y="163857"/>
                </a:lnTo>
                <a:lnTo>
                  <a:pt x="47017" y="172792"/>
                </a:lnTo>
                <a:lnTo>
                  <a:pt x="19230" y="199848"/>
                </a:lnTo>
                <a:lnTo>
                  <a:pt x="0" y="228425"/>
                </a:lnTo>
                <a:lnTo>
                  <a:pt x="10120" y="223151"/>
                </a:lnTo>
                <a:lnTo>
                  <a:pt x="20524" y="217205"/>
                </a:lnTo>
                <a:lnTo>
                  <a:pt x="31172" y="210663"/>
                </a:lnTo>
                <a:lnTo>
                  <a:pt x="42027" y="203601"/>
                </a:lnTo>
                <a:lnTo>
                  <a:pt x="53048" y="196095"/>
                </a:lnTo>
                <a:lnTo>
                  <a:pt x="64199" y="188221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312596" y="5480303"/>
            <a:ext cx="102870" cy="131445"/>
          </a:xfrm>
          <a:custGeom>
            <a:avLst/>
            <a:gdLst/>
            <a:ahLst/>
            <a:cxnLst/>
            <a:rect l="l" t="t" r="r" b="b"/>
            <a:pathLst>
              <a:path w="102870" h="131445">
                <a:moveTo>
                  <a:pt x="102431" y="0"/>
                </a:moveTo>
                <a:lnTo>
                  <a:pt x="71470" y="40086"/>
                </a:lnTo>
                <a:lnTo>
                  <a:pt x="55522" y="59873"/>
                </a:lnTo>
                <a:lnTo>
                  <a:pt x="47537" y="69776"/>
                </a:lnTo>
                <a:lnTo>
                  <a:pt x="39583" y="79712"/>
                </a:lnTo>
                <a:lnTo>
                  <a:pt x="31691" y="89702"/>
                </a:lnTo>
                <a:lnTo>
                  <a:pt x="23891" y="99768"/>
                </a:lnTo>
                <a:lnTo>
                  <a:pt x="14120" y="112760"/>
                </a:lnTo>
                <a:lnTo>
                  <a:pt x="6417" y="122928"/>
                </a:lnTo>
                <a:lnTo>
                  <a:pt x="0" y="131429"/>
                </a:lnTo>
              </a:path>
            </a:pathLst>
          </a:custGeom>
          <a:ln w="192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1" name="Imagen 1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81200"/>
            <a:ext cx="28448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2710">
              <a:lnSpc>
                <a:spcPct val="100000"/>
              </a:lnSpc>
            </a:pPr>
            <a:r>
              <a:rPr spc="-5" dirty="0"/>
              <a:t>E</a:t>
            </a:r>
            <a:r>
              <a:rPr spc="-70" dirty="0"/>
              <a:t>x</a:t>
            </a:r>
            <a:r>
              <a:rPr dirty="0"/>
              <a:t>am</a:t>
            </a:r>
            <a:r>
              <a:rPr spc="10" dirty="0"/>
              <a:t>p</a:t>
            </a:r>
            <a:r>
              <a:rPr dirty="0"/>
              <a:t>le</a:t>
            </a:r>
            <a:r>
              <a:rPr spc="-15" dirty="0"/>
              <a:t> </a:t>
            </a:r>
            <a:r>
              <a:rPr spc="-25" dirty="0"/>
              <a:t>A</a:t>
            </a:r>
            <a:r>
              <a:rPr spc="-45" dirty="0"/>
              <a:t>f</a:t>
            </a:r>
            <a:r>
              <a:rPr spc="-5" dirty="0"/>
              <a:t>fi</a:t>
            </a:r>
            <a:r>
              <a:rPr spc="5" dirty="0"/>
              <a:t>n</a:t>
            </a:r>
            <a:r>
              <a:rPr spc="-20" dirty="0"/>
              <a:t>e</a:t>
            </a:r>
            <a:r>
              <a:rPr spc="-25" dirty="0"/>
              <a:t> </a:t>
            </a:r>
            <a:r>
              <a:rPr spc="-155" dirty="0"/>
              <a:t>W</a:t>
            </a:r>
            <a:r>
              <a:rPr dirty="0"/>
              <a:t>arp</a:t>
            </a:r>
          </a:p>
        </p:txBody>
      </p:sp>
      <p:pic>
        <p:nvPicPr>
          <p:cNvPr id="8" name="Imagen 7" descr="Screen Shot 2017-09-01 at 11.20.5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84"/>
          <a:stretch/>
        </p:blipFill>
        <p:spPr>
          <a:xfrm>
            <a:off x="348495" y="1219200"/>
            <a:ext cx="8490705" cy="3410402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762000" y="47244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 example of placing an image inside another image using an affine transformation.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3886200" y="60198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/>
              <a:t>Solem</a:t>
            </a:r>
            <a:r>
              <a:rPr lang="en-US" sz="1400" dirty="0"/>
              <a:t>, Jan Erik. Programming Computer Vision with Python: Tools and algorithms for analyzing images.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2710">
              <a:lnSpc>
                <a:spcPct val="100000"/>
              </a:lnSpc>
            </a:pPr>
            <a:r>
              <a:rPr spc="-5" dirty="0"/>
              <a:t>E</a:t>
            </a:r>
            <a:r>
              <a:rPr spc="-70" dirty="0"/>
              <a:t>x</a:t>
            </a:r>
            <a:r>
              <a:rPr dirty="0"/>
              <a:t>am</a:t>
            </a:r>
            <a:r>
              <a:rPr spc="10" dirty="0"/>
              <a:t>p</a:t>
            </a:r>
            <a:r>
              <a:rPr dirty="0"/>
              <a:t>le</a:t>
            </a:r>
            <a:r>
              <a:rPr spc="-15" dirty="0"/>
              <a:t> </a:t>
            </a:r>
            <a:r>
              <a:rPr spc="-25" dirty="0"/>
              <a:t>A</a:t>
            </a:r>
            <a:r>
              <a:rPr spc="-45" dirty="0"/>
              <a:t>f</a:t>
            </a:r>
            <a:r>
              <a:rPr spc="-5" dirty="0"/>
              <a:t>fi</a:t>
            </a:r>
            <a:r>
              <a:rPr spc="5" dirty="0"/>
              <a:t>n</a:t>
            </a:r>
            <a:r>
              <a:rPr spc="-20" dirty="0"/>
              <a:t>e</a:t>
            </a:r>
            <a:r>
              <a:rPr spc="-25" dirty="0"/>
              <a:t> </a:t>
            </a:r>
            <a:r>
              <a:rPr spc="-155" dirty="0"/>
              <a:t>W</a:t>
            </a:r>
            <a:r>
              <a:rPr dirty="0"/>
              <a:t>arp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828800"/>
            <a:ext cx="8305800" cy="3070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2600" y="5482996"/>
            <a:ext cx="3784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10" dirty="0">
                <a:latin typeface="Calibri"/>
                <a:cs typeface="Calibri"/>
              </a:rPr>
              <a:t>f</a:t>
            </a:r>
            <a:r>
              <a:rPr sz="1600" i="1" spc="-5" dirty="0">
                <a:latin typeface="Calibri"/>
                <a:cs typeface="Calibri"/>
              </a:rPr>
              <a:t>r</a:t>
            </a:r>
            <a:r>
              <a:rPr sz="1600" i="1" spc="-15" dirty="0">
                <a:latin typeface="Calibri"/>
                <a:cs typeface="Calibri"/>
              </a:rPr>
              <a:t>om</a:t>
            </a:r>
            <a:r>
              <a:rPr sz="1600" i="1" dirty="0">
                <a:latin typeface="Calibri"/>
                <a:cs typeface="Calibri"/>
              </a:rPr>
              <a:t> </a:t>
            </a:r>
            <a:r>
              <a:rPr sz="1600" i="1" spc="-30" dirty="0">
                <a:latin typeface="Calibri"/>
                <a:cs typeface="Calibri"/>
                <a:hlinkClick r:id="rId4"/>
              </a:rPr>
              <a:t>h</a:t>
            </a:r>
            <a:r>
              <a:rPr sz="1600" i="1" spc="-20" dirty="0">
                <a:latin typeface="Calibri"/>
                <a:cs typeface="Calibri"/>
                <a:hlinkClick r:id="rId4"/>
              </a:rPr>
              <a:t>t</a:t>
            </a:r>
            <a:r>
              <a:rPr sz="1600" i="1" spc="-10" dirty="0">
                <a:latin typeface="Calibri"/>
                <a:cs typeface="Calibri"/>
                <a:hlinkClick r:id="rId4"/>
              </a:rPr>
              <a:t>tp:</a:t>
            </a:r>
            <a:r>
              <a:rPr sz="1600" i="1" spc="-5" dirty="0">
                <a:latin typeface="Calibri"/>
                <a:cs typeface="Calibri"/>
                <a:hlinkClick r:id="rId4"/>
              </a:rPr>
              <a:t>/</a:t>
            </a:r>
            <a:r>
              <a:rPr sz="1600" i="1" spc="-10" dirty="0">
                <a:latin typeface="Calibri"/>
                <a:cs typeface="Calibri"/>
                <a:hlinkClick r:id="rId4"/>
              </a:rPr>
              <a:t>/ww</a:t>
            </a:r>
            <a:r>
              <a:rPr sz="1600" i="1" spc="-95" dirty="0">
                <a:latin typeface="Calibri"/>
                <a:cs typeface="Calibri"/>
                <a:hlinkClick r:id="rId4"/>
              </a:rPr>
              <a:t>w</a:t>
            </a:r>
            <a:r>
              <a:rPr sz="1600" i="1" dirty="0">
                <a:latin typeface="Calibri"/>
                <a:cs typeface="Calibri"/>
                <a:hlinkClick r:id="rId4"/>
              </a:rPr>
              <a:t>.</a:t>
            </a:r>
            <a:r>
              <a:rPr sz="1600" i="1" spc="-15" dirty="0">
                <a:latin typeface="Calibri"/>
                <a:cs typeface="Calibri"/>
                <a:hlinkClick r:id="rId4"/>
              </a:rPr>
              <a:t>cs</a:t>
            </a:r>
            <a:r>
              <a:rPr sz="1600" i="1" spc="-5" dirty="0">
                <a:latin typeface="Calibri"/>
                <a:cs typeface="Calibri"/>
                <a:hlinkClick r:id="rId4"/>
              </a:rPr>
              <a:t>e</a:t>
            </a:r>
            <a:r>
              <a:rPr sz="1600" i="1" dirty="0">
                <a:latin typeface="Calibri"/>
                <a:cs typeface="Calibri"/>
                <a:hlinkClick r:id="rId4"/>
              </a:rPr>
              <a:t>.</a:t>
            </a:r>
            <a:r>
              <a:rPr sz="1600" i="1" spc="-10" dirty="0">
                <a:latin typeface="Calibri"/>
                <a:cs typeface="Calibri"/>
                <a:hlinkClick r:id="rId4"/>
              </a:rPr>
              <a:t>ms</a:t>
            </a:r>
            <a:r>
              <a:rPr sz="1600" i="1" spc="-20" dirty="0">
                <a:latin typeface="Calibri"/>
                <a:cs typeface="Calibri"/>
                <a:hlinkClick r:id="rId4"/>
              </a:rPr>
              <a:t>u</a:t>
            </a:r>
            <a:r>
              <a:rPr sz="1600" i="1" dirty="0">
                <a:latin typeface="Calibri"/>
                <a:cs typeface="Calibri"/>
                <a:hlinkClick r:id="rId4"/>
              </a:rPr>
              <a:t>.</a:t>
            </a:r>
            <a:r>
              <a:rPr sz="1600" i="1" spc="-10" dirty="0">
                <a:latin typeface="Calibri"/>
                <a:cs typeface="Calibri"/>
                <a:hlinkClick r:id="rId4"/>
              </a:rPr>
              <a:t>ed</a:t>
            </a:r>
            <a:r>
              <a:rPr sz="1600" i="1" spc="-20" dirty="0">
                <a:latin typeface="Calibri"/>
                <a:cs typeface="Calibri"/>
                <a:hlinkClick r:id="rId4"/>
              </a:rPr>
              <a:t>u</a:t>
            </a:r>
            <a:r>
              <a:rPr sz="1600" i="1" spc="-10" dirty="0">
                <a:latin typeface="Calibri"/>
                <a:cs typeface="Calibri"/>
                <a:hlinkClick r:id="rId4"/>
              </a:rPr>
              <a:t>/~</a:t>
            </a:r>
            <a:r>
              <a:rPr sz="1600" i="1" spc="-25" dirty="0">
                <a:latin typeface="Calibri"/>
                <a:cs typeface="Calibri"/>
                <a:hlinkClick r:id="rId4"/>
              </a:rPr>
              <a:t>s</a:t>
            </a:r>
            <a:r>
              <a:rPr sz="1600" i="1" spc="-30" dirty="0">
                <a:latin typeface="Calibri"/>
                <a:cs typeface="Calibri"/>
                <a:hlinkClick r:id="rId4"/>
              </a:rPr>
              <a:t>t</a:t>
            </a:r>
            <a:r>
              <a:rPr sz="1600" i="1" spc="-15" dirty="0">
                <a:latin typeface="Calibri"/>
                <a:cs typeface="Calibri"/>
                <a:hlinkClick r:id="rId4"/>
              </a:rPr>
              <a:t>o</a:t>
            </a:r>
            <a:r>
              <a:rPr sz="1600" i="1" spc="-20" dirty="0">
                <a:latin typeface="Calibri"/>
                <a:cs typeface="Calibri"/>
                <a:hlinkClick r:id="rId4"/>
              </a:rPr>
              <a:t>ck</a:t>
            </a:r>
            <a:r>
              <a:rPr sz="1600" i="1" spc="-10" dirty="0">
                <a:latin typeface="Calibri"/>
                <a:cs typeface="Calibri"/>
                <a:hlinkClick r:id="rId4"/>
              </a:rPr>
              <a:t>man</a:t>
            </a:r>
            <a:r>
              <a:rPr sz="1600" i="1" dirty="0">
                <a:latin typeface="Calibri"/>
                <a:cs typeface="Calibri"/>
                <a:hlinkClick r:id="rId4"/>
              </a:rPr>
              <a:t>/</a:t>
            </a:r>
            <a:r>
              <a:rPr sz="1600" i="1" spc="-10" dirty="0">
                <a:latin typeface="Calibri"/>
                <a:cs typeface="Calibri"/>
                <a:hlinkClick r:id="rId4"/>
              </a:rPr>
              <a:t>CV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9750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P</a:t>
            </a:r>
            <a:r>
              <a:rPr spc="-70" dirty="0"/>
              <a:t>r</a:t>
            </a:r>
            <a:r>
              <a:rPr spc="-5" dirty="0"/>
              <a:t>ojecti</a:t>
            </a:r>
            <a:r>
              <a:rPr spc="-15" dirty="0"/>
              <a:t>v</a:t>
            </a:r>
            <a:r>
              <a:rPr spc="-20" dirty="0"/>
              <a:t>e</a:t>
            </a:r>
            <a:r>
              <a:rPr spc="-10" dirty="0"/>
              <a:t> </a:t>
            </a:r>
            <a:r>
              <a:rPr spc="-229" dirty="0"/>
              <a:t>T</a:t>
            </a:r>
            <a:r>
              <a:rPr spc="-80" dirty="0"/>
              <a:t>r</a:t>
            </a:r>
            <a:r>
              <a:rPr dirty="0"/>
              <a:t>a</a:t>
            </a:r>
            <a:r>
              <a:rPr spc="5" dirty="0"/>
              <a:t>n</a:t>
            </a:r>
            <a:r>
              <a:rPr spc="-40" dirty="0"/>
              <a:t>s</a:t>
            </a:r>
            <a:r>
              <a:rPr spc="-70" dirty="0"/>
              <a:t>f</a:t>
            </a:r>
            <a:r>
              <a:rPr spc="-25" dirty="0"/>
              <a:t>or</a:t>
            </a:r>
            <a:r>
              <a:rPr spc="-30" dirty="0"/>
              <a:t>m</a:t>
            </a:r>
            <a:r>
              <a:rPr spc="-20" dirty="0"/>
              <a:t> </a:t>
            </a:r>
            <a:r>
              <a:rPr spc="-35" dirty="0"/>
              <a:t>(</a:t>
            </a:r>
            <a:r>
              <a:rPr spc="-5" dirty="0"/>
              <a:t>Hom</a:t>
            </a:r>
            <a:r>
              <a:rPr spc="5" dirty="0"/>
              <a:t>o</a:t>
            </a:r>
            <a:r>
              <a:rPr spc="-20" dirty="0"/>
              <a:t>g</a:t>
            </a:r>
            <a:r>
              <a:rPr spc="-85" dirty="0"/>
              <a:t>r</a:t>
            </a:r>
            <a:r>
              <a:rPr dirty="0"/>
              <a:t>a</a:t>
            </a:r>
            <a:r>
              <a:rPr spc="5" dirty="0"/>
              <a:t>p</a:t>
            </a:r>
            <a:r>
              <a:rPr spc="-70" dirty="0"/>
              <a:t>h</a:t>
            </a:r>
            <a:r>
              <a:rPr spc="-30" dirty="0"/>
              <a:t>y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65120"/>
            <a:ext cx="4942840" cy="646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Mo</a:t>
            </a:r>
            <a:r>
              <a:rPr sz="2000" spc="-3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 </a:t>
            </a:r>
            <a:r>
              <a:rPr sz="2000" spc="-10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ene</a:t>
            </a:r>
            <a:r>
              <a:rPr sz="2000" spc="-4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nea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2D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spc="-4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orm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9" y="2046477"/>
            <a:ext cx="28143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H 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 arbit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y 3x3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3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tr</a:t>
            </a:r>
            <a:r>
              <a:rPr sz="2000" spc="-10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3860181"/>
            <a:ext cx="461518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spc="-7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ti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nee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o di</a:t>
            </a:r>
            <a:r>
              <a:rPr sz="2000" spc="-1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ide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3</a:t>
            </a:r>
            <a:r>
              <a:rPr sz="1950" spc="-7" baseline="25641" dirty="0">
                <a:latin typeface="Calibri"/>
                <a:cs typeface="Calibri"/>
              </a:rPr>
              <a:t>r</a:t>
            </a:r>
            <a:r>
              <a:rPr sz="1950" spc="15" baseline="25641" dirty="0">
                <a:latin typeface="Calibri"/>
                <a:cs typeface="Calibri"/>
              </a:rPr>
              <a:t>d</a:t>
            </a:r>
            <a:r>
              <a:rPr sz="1950" spc="217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</a:p>
        </p:txBody>
      </p:sp>
      <p:sp>
        <p:nvSpPr>
          <p:cNvPr id="6" name="object 6"/>
          <p:cNvSpPr/>
          <p:nvPr/>
        </p:nvSpPr>
        <p:spPr>
          <a:xfrm>
            <a:off x="5867400" y="3276606"/>
            <a:ext cx="2708372" cy="1151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40907" y="4683759"/>
            <a:ext cx="1956435" cy="144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As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w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wi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se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</a:t>
            </a:r>
            <a:r>
              <a:rPr sz="1600" spc="-20" dirty="0">
                <a:latin typeface="Calibri"/>
                <a:cs typeface="Calibri"/>
              </a:rPr>
              <a:t>at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-155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, </a:t>
            </a:r>
            <a:r>
              <a:rPr sz="1600" spc="-1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homog</a:t>
            </a:r>
            <a:r>
              <a:rPr sz="1600" spc="-5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ap</a:t>
            </a:r>
            <a:r>
              <a:rPr sz="1600" spc="-3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y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ma</a:t>
            </a:r>
            <a:r>
              <a:rPr sz="1600" spc="-25" dirty="0">
                <a:latin typeface="Calibri"/>
                <a:cs typeface="Calibri"/>
              </a:rPr>
              <a:t>p</a:t>
            </a: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po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25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ts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</a:t>
            </a:r>
            <a:r>
              <a:rPr sz="1600" spc="-4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om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he p</a:t>
            </a:r>
            <a:r>
              <a:rPr sz="1600" spc="-4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oject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n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5" dirty="0">
                <a:latin typeface="Calibri"/>
                <a:cs typeface="Calibri"/>
              </a:rPr>
              <a:t>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on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ane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</a:t>
            </a:r>
            <a:r>
              <a:rPr sz="1600" spc="-10" dirty="0">
                <a:latin typeface="Calibri"/>
                <a:cs typeface="Calibri"/>
              </a:rPr>
              <a:t>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h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spc="-40" dirty="0">
                <a:latin typeface="Calibri"/>
                <a:cs typeface="Calibri"/>
              </a:rPr>
              <a:t>r</a:t>
            </a:r>
            <a:r>
              <a:rPr sz="1600" spc="-15" dirty="0">
                <a:latin typeface="Calibri"/>
                <a:cs typeface="Calibri"/>
              </a:rPr>
              <a:t>oject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10" dirty="0">
                <a:latin typeface="Calibri"/>
                <a:cs typeface="Calibri"/>
              </a:rPr>
              <a:t>n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of</a:t>
            </a:r>
            <a:r>
              <a:rPr sz="1600" spc="-10" dirty="0">
                <a:latin typeface="Calibri"/>
                <a:cs typeface="Calibri"/>
              </a:rPr>
              <a:t> an</a:t>
            </a:r>
            <a:r>
              <a:rPr sz="1600" spc="-15" dirty="0">
                <a:latin typeface="Calibri"/>
                <a:cs typeface="Calibri"/>
              </a:rPr>
              <a:t>ot</a:t>
            </a:r>
            <a:r>
              <a:rPr sz="1600" spc="-10" dirty="0">
                <a:latin typeface="Calibri"/>
                <a:cs typeface="Calibri"/>
              </a:rPr>
              <a:t>her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ane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362200"/>
            <a:ext cx="4305300" cy="1333500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343400"/>
            <a:ext cx="1854200" cy="1384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5358F07-97E9-574A-9661-C5A8D6262DD8}"/>
                  </a:ext>
                </a:extLst>
              </p14:cNvPr>
              <p14:cNvContentPartPr/>
              <p14:nvPr/>
            </p14:nvContentPartPr>
            <p14:xfrm>
              <a:off x="5923080" y="3048120"/>
              <a:ext cx="2544120" cy="1342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5358F07-97E9-574A-9661-C5A8D6262D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6880" y="3031920"/>
                <a:ext cx="2576520" cy="137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3257" y="6221679"/>
            <a:ext cx="37064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15" dirty="0">
                <a:latin typeface="Calibri"/>
                <a:cs typeface="Calibri"/>
              </a:rPr>
              <a:t>F</a:t>
            </a:r>
            <a:r>
              <a:rPr sz="1200" i="1" spc="-5" dirty="0">
                <a:latin typeface="Calibri"/>
                <a:cs typeface="Calibri"/>
              </a:rPr>
              <a:t>r</a:t>
            </a:r>
            <a:r>
              <a:rPr sz="1200" i="1" spc="-20" dirty="0">
                <a:latin typeface="Calibri"/>
                <a:cs typeface="Calibri"/>
              </a:rPr>
              <a:t>o</a:t>
            </a:r>
            <a:r>
              <a:rPr sz="1200" i="1" dirty="0">
                <a:latin typeface="Calibri"/>
                <a:cs typeface="Calibri"/>
              </a:rPr>
              <a:t>m </a:t>
            </a:r>
            <a:r>
              <a:rPr sz="1200" i="1" spc="-5" dirty="0">
                <a:latin typeface="Calibri"/>
                <a:cs typeface="Calibri"/>
              </a:rPr>
              <a:t>S</a:t>
            </a:r>
            <a:r>
              <a:rPr sz="1200" i="1" spc="-10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elis</a:t>
            </a:r>
            <a:r>
              <a:rPr sz="1200" i="1" spc="-20" dirty="0">
                <a:latin typeface="Calibri"/>
                <a:cs typeface="Calibri"/>
              </a:rPr>
              <a:t>k</a:t>
            </a:r>
            <a:r>
              <a:rPr sz="1200" i="1" dirty="0">
                <a:latin typeface="Calibri"/>
                <a:cs typeface="Calibri"/>
              </a:rPr>
              <a:t>i</a:t>
            </a:r>
            <a:r>
              <a:rPr sz="1200" i="1" spc="-5" dirty="0">
                <a:latin typeface="Calibri"/>
                <a:cs typeface="Calibri"/>
              </a:rPr>
              <a:t>,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C</a:t>
            </a:r>
            <a:r>
              <a:rPr sz="1200" i="1" spc="-10" dirty="0">
                <a:latin typeface="Calibri"/>
                <a:cs typeface="Calibri"/>
              </a:rPr>
              <a:t>o</a:t>
            </a:r>
            <a:r>
              <a:rPr sz="1200" i="1" dirty="0">
                <a:latin typeface="Calibri"/>
                <a:cs typeface="Calibri"/>
              </a:rPr>
              <a:t>m</a:t>
            </a:r>
            <a:r>
              <a:rPr sz="1200" i="1" spc="-10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u</a:t>
            </a:r>
            <a:r>
              <a:rPr sz="1200" i="1" spc="-15" dirty="0">
                <a:latin typeface="Calibri"/>
                <a:cs typeface="Calibri"/>
              </a:rPr>
              <a:t>t</a:t>
            </a:r>
            <a:r>
              <a:rPr sz="1200" i="1" spc="-5" dirty="0">
                <a:latin typeface="Calibri"/>
                <a:cs typeface="Calibri"/>
              </a:rPr>
              <a:t>er</a:t>
            </a:r>
            <a:r>
              <a:rPr sz="1200" i="1" dirty="0">
                <a:latin typeface="Calibri"/>
                <a:cs typeface="Calibri"/>
              </a:rPr>
              <a:t> Visio</a:t>
            </a:r>
            <a:r>
              <a:rPr sz="1200" i="1" spc="-10" dirty="0">
                <a:latin typeface="Calibri"/>
                <a:cs typeface="Calibri"/>
              </a:rPr>
              <a:t>n</a:t>
            </a:r>
            <a:r>
              <a:rPr sz="1200" i="1" spc="-5" dirty="0">
                <a:latin typeface="Calibri"/>
                <a:cs typeface="Calibri"/>
              </a:rPr>
              <a:t>: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Al</a:t>
            </a:r>
            <a:r>
              <a:rPr sz="1200" i="1" spc="-5" dirty="0">
                <a:latin typeface="Calibri"/>
                <a:cs typeface="Calibri"/>
              </a:rPr>
              <a:t>go</a:t>
            </a:r>
            <a:r>
              <a:rPr sz="1200" i="1" dirty="0">
                <a:latin typeface="Calibri"/>
                <a:cs typeface="Calibri"/>
              </a:rPr>
              <a:t>r</a:t>
            </a:r>
            <a:r>
              <a:rPr sz="1200" i="1" spc="-5" dirty="0">
                <a:latin typeface="Calibri"/>
                <a:cs typeface="Calibri"/>
              </a:rPr>
              <a:t>ith</a:t>
            </a:r>
            <a:r>
              <a:rPr sz="1200" i="1" dirty="0">
                <a:latin typeface="Calibri"/>
                <a:cs typeface="Calibri"/>
              </a:rPr>
              <a:t>ms </a:t>
            </a:r>
            <a:r>
              <a:rPr sz="1200" i="1" spc="-5" dirty="0">
                <a:latin typeface="Calibri"/>
                <a:cs typeface="Calibri"/>
              </a:rPr>
              <a:t>an</a:t>
            </a:r>
            <a:r>
              <a:rPr sz="1200" i="1" dirty="0">
                <a:latin typeface="Calibri"/>
                <a:cs typeface="Calibri"/>
              </a:rPr>
              <a:t>d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A</a:t>
            </a:r>
            <a:r>
              <a:rPr sz="1200" i="1" spc="-15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p</a:t>
            </a:r>
            <a:r>
              <a:rPr sz="1200" i="1" dirty="0">
                <a:latin typeface="Calibri"/>
                <a:cs typeface="Calibri"/>
              </a:rPr>
              <a:t>li</a:t>
            </a:r>
            <a:r>
              <a:rPr sz="1200" i="1" spc="-10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at</a:t>
            </a:r>
            <a:r>
              <a:rPr sz="1200" i="1" dirty="0">
                <a:latin typeface="Calibri"/>
                <a:cs typeface="Calibri"/>
              </a:rPr>
              <a:t>i</a:t>
            </a:r>
            <a:r>
              <a:rPr sz="1200" i="1" spc="-5" dirty="0">
                <a:latin typeface="Calibri"/>
                <a:cs typeface="Calibri"/>
              </a:rPr>
              <a:t>on</a:t>
            </a:r>
            <a:r>
              <a:rPr sz="1200" i="1" dirty="0"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10157</TotalTime>
  <Words>649</Words>
  <Application>Microsoft Office PowerPoint</Application>
  <PresentationFormat>On-screen Show (4:3)</PresentationFormat>
  <Paragraphs>156</Paragraphs>
  <Slides>15</Slides>
  <Notes>14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2D Rigid Frame Transformations</vt:lpstr>
      <vt:lpstr>Rotations in 2D</vt:lpstr>
      <vt:lpstr>PowerPoint Presentation</vt:lpstr>
      <vt:lpstr>Rotations in 2D</vt:lpstr>
      <vt:lpstr>Homogeneous Coordinates</vt:lpstr>
      <vt:lpstr>Example</vt:lpstr>
      <vt:lpstr>Example</vt:lpstr>
      <vt:lpstr>Other 2D-2D Transforms</vt:lpstr>
      <vt:lpstr>Example</vt:lpstr>
      <vt:lpstr>Example</vt:lpstr>
      <vt:lpstr>Example Affine Warp</vt:lpstr>
      <vt:lpstr>Example Affine Warp</vt:lpstr>
      <vt:lpstr>Projective Transform (Homography)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whoff</dc:creator>
  <cp:lastModifiedBy>Andres Guillermo Marrugo Hernandez</cp:lastModifiedBy>
  <cp:revision>11</cp:revision>
  <dcterms:created xsi:type="dcterms:W3CDTF">2017-08-25T10:28:54Z</dcterms:created>
  <dcterms:modified xsi:type="dcterms:W3CDTF">2021-08-17T19:00:10Z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2014-03-04T00:00:00Z</vt:filetime>
  </property>
  <property fmtid="{D5CDD505-2E9C-101B-9397-08002B2CF9AE}" pid="3" name="LastSaved">
    <vt:filetime>2017-08-25T00:00:00Z</vt:filetime>
  </property>
</Properties>
</file>